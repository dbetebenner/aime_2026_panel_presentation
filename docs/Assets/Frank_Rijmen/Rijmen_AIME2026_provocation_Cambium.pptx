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7023100" cy="93091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84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8" roundtripDataSignature="AMtx7mi0Urh9HUQ6d2FvRtdifqPtcz8IN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5E7928A-8EBA-4CE6-994C-4A76659F8B5C}">
  <a:tblStyle styleId="{45E7928A-8EBA-4CE6-994C-4A76659F8B5C}" styleName="Table_0">
    <a:wholeTbl>
      <a:tcTxStyle b="off" i="off">
        <a:font>
          <a:latin typeface="Aptos"/>
          <a:ea typeface="Aptos"/>
          <a:cs typeface="Aptos"/>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accent1"/>
              </a:solidFill>
              <a:prstDash val="solid"/>
              <a:round/>
              <a:headEnd type="none" w="sm" len="sm"/>
              <a:tailEnd type="none" w="sm" len="sm"/>
            </a:ln>
          </a:top>
          <a:bottom>
            <a:ln w="12700"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chemeClr val="accent1">
              <a:alpha val="20000"/>
            </a:schemeClr>
          </a:solidFill>
        </a:fill>
      </a:tcStyle>
    </a:band1H>
    <a:band2H>
      <a:tcTxStyle b="off" i="off"/>
      <a:tcStyle>
        <a:tcBdr/>
      </a:tcStyle>
    </a:band2H>
    <a:band1V>
      <a:tcTxStyle b="off" i="off"/>
      <a:tcStyle>
        <a:tcBdr/>
        <a:fill>
          <a:solidFill>
            <a:schemeClr val="accent1">
              <a:alpha val="20000"/>
            </a:scheme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chemeClr val="accent1"/>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 styleId="{09F15F47-A163-49B1-88C6-47C0D87FC3BE}"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FF8"/>
          </a:solidFill>
        </a:fill>
      </a:tcStyle>
    </a:wholeTbl>
    <a:band1H>
      <a:tcTxStyle/>
      <a:tcStyle>
        <a:tcBdr/>
        <a:fill>
          <a:solidFill>
            <a:srgbClr val="CBDEF1"/>
          </a:solidFill>
        </a:fill>
      </a:tcStyle>
    </a:band1H>
    <a:band2H>
      <a:tcTxStyle/>
      <a:tcStyle>
        <a:tcBdr/>
      </a:tcStyle>
    </a:band2H>
    <a:band1V>
      <a:tcTxStyle/>
      <a:tcStyle>
        <a:tcBdr/>
        <a:fill>
          <a:solidFill>
            <a:srgbClr val="CBDEF1"/>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168" autoAdjust="0"/>
  </p:normalViewPr>
  <p:slideViewPr>
    <p:cSldViewPr snapToGrid="0">
      <p:cViewPr varScale="1">
        <p:scale>
          <a:sx n="127" d="100"/>
          <a:sy n="127" d="100"/>
        </p:scale>
        <p:origin x="1578" y="168"/>
      </p:cViewPr>
      <p:guideLst>
        <p:guide orient="horz" pos="384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8" Type="http://customschemas.google.com/relationships/presentationmetadata" Target="meta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notesMaster" Target="notesMasters/notesMaster1.xml"/><Relationship Id="rId2" Type="http://schemas.openxmlformats.org/officeDocument/2006/relationships/slide" Target="slides/slide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23" Type="http://schemas.microsoft.com/office/2016/11/relationships/changesInfo" Target="changesInfos/changesInfo1.xml"/><Relationship Id="rId19" Type="http://schemas.openxmlformats.org/officeDocument/2006/relationships/presProps" Target="presProps.xml"/><Relationship Id="rId4" Type="http://schemas.openxmlformats.org/officeDocument/2006/relationships/slide" Target="slides/slide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k Rijmen" userId="69122ab3-43db-4d88-a7aa-058dab7df146" providerId="ADAL" clId="{178D95B9-4D11-43F6-8F12-7438BB9E2DCA}"/>
    <pc:docChg chg="undo custSel modSld">
      <pc:chgData name="Frank Rijmen" userId="69122ab3-43db-4d88-a7aa-058dab7df146" providerId="ADAL" clId="{178D95B9-4D11-43F6-8F12-7438BB9E2DCA}" dt="2026-09-25T20:01:31.300" v="111" actId="20577"/>
      <pc:docMkLst>
        <pc:docMk/>
      </pc:docMkLst>
      <pc:sldChg chg="modSp mod">
        <pc:chgData name="Frank Rijmen" userId="69122ab3-43db-4d88-a7aa-058dab7df146" providerId="ADAL" clId="{178D95B9-4D11-43F6-8F12-7438BB9E2DCA}" dt="2026-09-25T20:01:31.300" v="111" actId="20577"/>
        <pc:sldMkLst>
          <pc:docMk/>
          <pc:sldMk cId="0" sldId="257"/>
        </pc:sldMkLst>
        <pc:spChg chg="mod">
          <ac:chgData name="Frank Rijmen" userId="69122ab3-43db-4d88-a7aa-058dab7df146" providerId="ADAL" clId="{178D95B9-4D11-43F6-8F12-7438BB9E2DCA}" dt="2026-09-25T20:01:31.300" v="111" actId="20577"/>
          <ac:spMkLst>
            <pc:docMk/>
            <pc:sldMk cId="0" sldId="257"/>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p:nvPr/>
        </p:nvSpPr>
        <p:spPr>
          <a:xfrm>
            <a:off x="5707004" y="175010"/>
            <a:ext cx="1205628" cy="355420"/>
          </a:xfrm>
          <a:prstGeom prst="rect">
            <a:avLst/>
          </a:prstGeom>
          <a:noFill/>
          <a:ln>
            <a:noFill/>
          </a:ln>
        </p:spPr>
      </p:sp>
      <p:sp>
        <p:nvSpPr>
          <p:cNvPr id="4" name="Google Shape;4;n"/>
          <p:cNvSpPr txBox="1">
            <a:spLocks noGrp="1"/>
          </p:cNvSpPr>
          <p:nvPr>
            <p:ph type="dt" idx="10"/>
          </p:nvPr>
        </p:nvSpPr>
        <p:spPr>
          <a:xfrm>
            <a:off x="3978136" y="8688499"/>
            <a:ext cx="3043343" cy="620607"/>
          </a:xfrm>
          <a:prstGeom prst="rect">
            <a:avLst/>
          </a:prstGeom>
          <a:noFill/>
          <a:ln>
            <a:noFill/>
          </a:ln>
        </p:spPr>
        <p:txBody>
          <a:bodyPr spcFirstLastPara="1" wrap="square" lIns="93300" tIns="46650" rIns="93300" bIns="46650" anchor="b" anchorCtr="0">
            <a:noAutofit/>
          </a:bodyPr>
          <a:lstStyle>
            <a:lvl1pPr marR="0" lvl="0" algn="r"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2"/>
          </p:nvPr>
        </p:nvSpPr>
        <p:spPr>
          <a:xfrm>
            <a:off x="1073150" y="690563"/>
            <a:ext cx="4876800" cy="27432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1" y="3542763"/>
            <a:ext cx="7021475" cy="5036615"/>
          </a:xfrm>
          <a:prstGeom prst="rect">
            <a:avLst/>
          </a:prstGeom>
          <a:noFill/>
          <a:ln>
            <a:noFill/>
          </a:ln>
        </p:spPr>
        <p:txBody>
          <a:bodyPr spcFirstLastPara="1" wrap="square" lIns="93300" tIns="46650" rIns="93300" bIns="4665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4" y="8688502"/>
            <a:ext cx="3043343" cy="620607"/>
          </a:xfrm>
          <a:prstGeom prst="rect">
            <a:avLst/>
          </a:prstGeom>
          <a:noFill/>
          <a:ln>
            <a:noFill/>
          </a:ln>
        </p:spPr>
        <p:txBody>
          <a:bodyPr spcFirstLastPara="1" wrap="square" lIns="93300" tIns="46650" rIns="93300" bIns="46650" anchor="b" anchorCtr="0">
            <a:no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420180" y="9036542"/>
            <a:ext cx="182742" cy="231784"/>
          </a:xfrm>
          <a:prstGeom prst="rect">
            <a:avLst/>
          </a:prstGeom>
          <a:noFill/>
          <a:ln>
            <a:noFill/>
          </a:ln>
        </p:spPr>
        <p:txBody>
          <a:bodyPr spcFirstLastPara="1" wrap="square" lIns="0" tIns="0" rIns="0" bIns="46650" anchor="ctr" anchorCtr="1">
            <a:spAutoFit/>
          </a:bodyPr>
          <a:lstStyle/>
          <a:p>
            <a:pPr marL="0" marR="0" lvl="0" indent="0" algn="ct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notes"/>
          <p:cNvSpPr txBox="1">
            <a:spLocks noGrp="1"/>
          </p:cNvSpPr>
          <p:nvPr>
            <p:ph type="body" idx="1"/>
          </p:nvPr>
        </p:nvSpPr>
        <p:spPr>
          <a:xfrm>
            <a:off x="1" y="3542763"/>
            <a:ext cx="7021475" cy="5036615"/>
          </a:xfrm>
          <a:prstGeom prst="rect">
            <a:avLst/>
          </a:prstGeom>
          <a:noFill/>
          <a:ln>
            <a:noFill/>
          </a:ln>
        </p:spPr>
        <p:txBody>
          <a:bodyPr spcFirstLastPara="1" wrap="square" lIns="93300" tIns="46650" rIns="93300" bIns="46650" anchor="t" anchorCtr="0">
            <a:noAutofit/>
          </a:bodyPr>
          <a:lstStyle/>
          <a:p>
            <a:r>
              <a:t>Most of the conversation about AI in measurement is about processes and products: item generation, automated scoring, adaptive testing. I want to talk about the people. Specifically, three archetypes you will recognize from any large-scale assessment organization.</a:t>
            </a:r>
          </a:p>
        </p:txBody>
      </p:sp>
      <p:sp>
        <p:nvSpPr>
          <p:cNvPr id="168" name="Google Shape;168;p1:notes"/>
          <p:cNvSpPr>
            <a:spLocks noGrp="1" noRot="1" noChangeAspect="1"/>
          </p:cNvSpPr>
          <p:nvPr>
            <p:ph type="sldImg" idx="2"/>
          </p:nvPr>
        </p:nvSpPr>
        <p:spPr>
          <a:xfrm>
            <a:off x="1073150" y="690563"/>
            <a:ext cx="4876800" cy="27432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These are archetypes, not job titles, and the list is not exhaustive; there is also, for example, the Communicator, who translates technical results for clients, policymakers, and the public. Today I focus on these three. Most of us are a mix, and a healthy organization needs them in balance. Many of these shifts were already underway before AI; AI is the accelerant. My claim is that AI shifts each of them differently. The Guardian has to reckon with standards that are evolving faster than the documents. The Catcher moves from box-ticking to forensics. The Architect can go from design to working prototype in days, which moves the bottleneck to grounding what gets built in measurement principles.</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Put together, the premium moves. For the Guardian, from adherence to openness and the ability to explain why a principle matters. For the Catcher, from diligence to anticipating failure modes, with calibrated trust in automation rather than complacency. For the Architect, from building to self-skepticism and the willingness to own results they did not produce by hand.</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There is a deeper challenge for the Guardian, beyond standards that evolve. Much of test theory rests on a practical constraint: we cannot observe a person all the time, across all the situations we care about. So we sample behavior under standardized conditions and infer an underlying trait that predicts behavior and success across situations. AI weakens that constraint. When behavior can, at least in principle, be observed across time and contexts, the need to infer a trait from a small standardized sample is no longer self-evident. That questions an assumption the framework itself was built on. It does not make measurement theory obsolete: many observations, each with limited precision, call for dynamic measurement models.</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So here is what I cannot resolve. The shifts I have described are not about replacing expertise; the deep subject-matter expertise psychometricians already have is the foundation. But developing behavioral skills, such as a Catcher's comfort with open-ended problems or an Architect's verification discipline, may require a different approach than training cognitive skills. We know how to teach a new method in a workshop. These skills tend to grow through experience, modeling, feedback, and learning from colleagues with a different profile. And forensic skepticism has traditionally been learned by doing the work by hand, which is exactly the work AI is taking over. So what should professional development look like when the goal is new ways of working, not new knowledge?</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p:cSld name="Title">
    <p:bg>
      <p:bgPr>
        <a:gradFill>
          <a:gsLst>
            <a:gs pos="0">
              <a:schemeClr val="dk1"/>
            </a:gs>
            <a:gs pos="25000">
              <a:schemeClr val="dk1"/>
            </a:gs>
            <a:gs pos="100000">
              <a:schemeClr val="dk2"/>
            </a:gs>
          </a:gsLst>
          <a:lin ang="4200000" scaled="0"/>
        </a:gradFill>
        <a:effectLst/>
      </p:bgPr>
    </p:bg>
    <p:spTree>
      <p:nvGrpSpPr>
        <p:cNvPr id="1" name="Shape 13"/>
        <p:cNvGrpSpPr/>
        <p:nvPr/>
      </p:nvGrpSpPr>
      <p:grpSpPr>
        <a:xfrm>
          <a:off x="0" y="0"/>
          <a:ext cx="0" cy="0"/>
          <a:chOff x="0" y="0"/>
          <a:chExt cx="0" cy="0"/>
        </a:xfrm>
      </p:grpSpPr>
      <p:sp>
        <p:nvSpPr>
          <p:cNvPr id="14" name="Google Shape;14;p9"/>
          <p:cNvSpPr/>
          <p:nvPr/>
        </p:nvSpPr>
        <p:spPr>
          <a:xfrm rot="344079">
            <a:off x="-4309416" y="-988456"/>
            <a:ext cx="15298977" cy="5981440"/>
          </a:xfrm>
          <a:custGeom>
            <a:avLst/>
            <a:gdLst/>
            <a:ahLst/>
            <a:cxnLst/>
            <a:rect l="l" t="t" r="r" b="b"/>
            <a:pathLst>
              <a:path w="12028005" h="4702588" extrusionOk="0">
                <a:moveTo>
                  <a:pt x="3478417" y="4702589"/>
                </a:moveTo>
                <a:lnTo>
                  <a:pt x="3477201" y="4700395"/>
                </a:lnTo>
                <a:lnTo>
                  <a:pt x="12026786" y="0"/>
                </a:lnTo>
                <a:lnTo>
                  <a:pt x="12028005" y="2217"/>
                </a:lnTo>
                <a:lnTo>
                  <a:pt x="3478417" y="4702589"/>
                </a:lnTo>
                <a:close/>
                <a:moveTo>
                  <a:pt x="3399337" y="4702589"/>
                </a:moveTo>
                <a:lnTo>
                  <a:pt x="3398121" y="4700395"/>
                </a:lnTo>
                <a:lnTo>
                  <a:pt x="11947691" y="0"/>
                </a:lnTo>
                <a:lnTo>
                  <a:pt x="11948910" y="2217"/>
                </a:lnTo>
                <a:lnTo>
                  <a:pt x="3399337" y="4702589"/>
                </a:lnTo>
                <a:close/>
                <a:moveTo>
                  <a:pt x="3320333" y="4702589"/>
                </a:moveTo>
                <a:lnTo>
                  <a:pt x="3319114" y="4700395"/>
                </a:lnTo>
                <a:lnTo>
                  <a:pt x="11868717" y="0"/>
                </a:lnTo>
                <a:lnTo>
                  <a:pt x="11869936" y="2217"/>
                </a:lnTo>
                <a:lnTo>
                  <a:pt x="3320333" y="4702589"/>
                </a:lnTo>
                <a:close/>
                <a:moveTo>
                  <a:pt x="3241326" y="4702589"/>
                </a:moveTo>
                <a:lnTo>
                  <a:pt x="3240103" y="4700395"/>
                </a:lnTo>
                <a:lnTo>
                  <a:pt x="11789682" y="0"/>
                </a:lnTo>
                <a:lnTo>
                  <a:pt x="11790902" y="2217"/>
                </a:lnTo>
                <a:lnTo>
                  <a:pt x="3241326" y="4702589"/>
                </a:lnTo>
                <a:close/>
                <a:moveTo>
                  <a:pt x="3162318" y="4702589"/>
                </a:moveTo>
                <a:lnTo>
                  <a:pt x="3161099" y="4700395"/>
                </a:lnTo>
                <a:lnTo>
                  <a:pt x="11710678" y="0"/>
                </a:lnTo>
                <a:lnTo>
                  <a:pt x="11711897" y="2217"/>
                </a:lnTo>
                <a:lnTo>
                  <a:pt x="3162318" y="4702589"/>
                </a:lnTo>
                <a:close/>
                <a:moveTo>
                  <a:pt x="3083235" y="4702589"/>
                </a:moveTo>
                <a:lnTo>
                  <a:pt x="3082019" y="4700395"/>
                </a:lnTo>
                <a:lnTo>
                  <a:pt x="11631613" y="0"/>
                </a:lnTo>
                <a:lnTo>
                  <a:pt x="11632832" y="2217"/>
                </a:lnTo>
                <a:lnTo>
                  <a:pt x="3083235" y="4702589"/>
                </a:lnTo>
                <a:close/>
                <a:moveTo>
                  <a:pt x="3004231" y="4702589"/>
                </a:moveTo>
                <a:lnTo>
                  <a:pt x="3003012" y="4700395"/>
                </a:lnTo>
                <a:lnTo>
                  <a:pt x="11552578" y="0"/>
                </a:lnTo>
                <a:lnTo>
                  <a:pt x="11553798" y="2217"/>
                </a:lnTo>
                <a:lnTo>
                  <a:pt x="3004231" y="4702589"/>
                </a:lnTo>
                <a:close/>
                <a:moveTo>
                  <a:pt x="2925224" y="4702589"/>
                </a:moveTo>
                <a:lnTo>
                  <a:pt x="2924004" y="4700395"/>
                </a:lnTo>
                <a:lnTo>
                  <a:pt x="11473605" y="0"/>
                </a:lnTo>
                <a:lnTo>
                  <a:pt x="11474824" y="2217"/>
                </a:lnTo>
                <a:lnTo>
                  <a:pt x="2925224" y="4702589"/>
                </a:lnTo>
                <a:close/>
                <a:moveTo>
                  <a:pt x="2846216" y="4702589"/>
                </a:moveTo>
                <a:lnTo>
                  <a:pt x="2844997" y="4700395"/>
                </a:lnTo>
                <a:lnTo>
                  <a:pt x="11394570" y="0"/>
                </a:lnTo>
                <a:lnTo>
                  <a:pt x="11395789" y="2217"/>
                </a:lnTo>
                <a:lnTo>
                  <a:pt x="2846216" y="4702589"/>
                </a:lnTo>
                <a:close/>
                <a:moveTo>
                  <a:pt x="2767133" y="4702589"/>
                </a:moveTo>
                <a:lnTo>
                  <a:pt x="2765917" y="4700395"/>
                </a:lnTo>
                <a:lnTo>
                  <a:pt x="11315505" y="0"/>
                </a:lnTo>
                <a:lnTo>
                  <a:pt x="11316724" y="2217"/>
                </a:lnTo>
                <a:lnTo>
                  <a:pt x="2767133" y="4702589"/>
                </a:lnTo>
                <a:close/>
                <a:moveTo>
                  <a:pt x="2688129" y="4702589"/>
                </a:moveTo>
                <a:lnTo>
                  <a:pt x="2686910" y="4700395"/>
                </a:lnTo>
                <a:lnTo>
                  <a:pt x="11236501" y="0"/>
                </a:lnTo>
                <a:lnTo>
                  <a:pt x="11237720" y="2217"/>
                </a:lnTo>
                <a:lnTo>
                  <a:pt x="2688129" y="4702589"/>
                </a:lnTo>
                <a:close/>
                <a:moveTo>
                  <a:pt x="2609122" y="4702589"/>
                </a:moveTo>
                <a:lnTo>
                  <a:pt x="2607902" y="4700395"/>
                </a:lnTo>
                <a:lnTo>
                  <a:pt x="11157466" y="0"/>
                </a:lnTo>
                <a:lnTo>
                  <a:pt x="11158685" y="2217"/>
                </a:lnTo>
                <a:lnTo>
                  <a:pt x="2609122" y="4702589"/>
                </a:lnTo>
                <a:close/>
                <a:moveTo>
                  <a:pt x="2530117" y="4702589"/>
                </a:moveTo>
                <a:lnTo>
                  <a:pt x="2528898" y="4700395"/>
                </a:lnTo>
                <a:lnTo>
                  <a:pt x="11078492" y="0"/>
                </a:lnTo>
                <a:lnTo>
                  <a:pt x="11079712" y="2217"/>
                </a:lnTo>
                <a:lnTo>
                  <a:pt x="2530117" y="4702589"/>
                </a:lnTo>
                <a:close/>
                <a:moveTo>
                  <a:pt x="2451034" y="4702589"/>
                </a:moveTo>
                <a:lnTo>
                  <a:pt x="2449815" y="4700395"/>
                </a:lnTo>
                <a:lnTo>
                  <a:pt x="10999397" y="0"/>
                </a:lnTo>
                <a:lnTo>
                  <a:pt x="11000616" y="2217"/>
                </a:lnTo>
                <a:lnTo>
                  <a:pt x="2451034" y="4702589"/>
                </a:lnTo>
                <a:close/>
                <a:moveTo>
                  <a:pt x="2372027" y="4702589"/>
                </a:moveTo>
                <a:lnTo>
                  <a:pt x="2370808" y="4700395"/>
                </a:lnTo>
                <a:lnTo>
                  <a:pt x="10920393" y="0"/>
                </a:lnTo>
                <a:lnTo>
                  <a:pt x="10921612" y="2217"/>
                </a:lnTo>
                <a:lnTo>
                  <a:pt x="2372027" y="4702589"/>
                </a:lnTo>
                <a:close/>
                <a:moveTo>
                  <a:pt x="2293017" y="4702589"/>
                </a:moveTo>
                <a:lnTo>
                  <a:pt x="2291797" y="4700395"/>
                </a:lnTo>
                <a:lnTo>
                  <a:pt x="10841389" y="0"/>
                </a:lnTo>
                <a:lnTo>
                  <a:pt x="10842608" y="2217"/>
                </a:lnTo>
                <a:lnTo>
                  <a:pt x="2293017" y="4702589"/>
                </a:lnTo>
                <a:close/>
                <a:moveTo>
                  <a:pt x="2214009" y="4702589"/>
                </a:moveTo>
                <a:lnTo>
                  <a:pt x="2212790" y="4700395"/>
                </a:lnTo>
                <a:lnTo>
                  <a:pt x="10762354" y="0"/>
                </a:lnTo>
                <a:lnTo>
                  <a:pt x="10763573" y="2217"/>
                </a:lnTo>
                <a:lnTo>
                  <a:pt x="2214009" y="4702589"/>
                </a:lnTo>
                <a:close/>
                <a:moveTo>
                  <a:pt x="2134929" y="4702589"/>
                </a:moveTo>
                <a:lnTo>
                  <a:pt x="2133710" y="4700395"/>
                </a:lnTo>
                <a:lnTo>
                  <a:pt x="10683289" y="0"/>
                </a:lnTo>
                <a:lnTo>
                  <a:pt x="10684508" y="2217"/>
                </a:lnTo>
                <a:lnTo>
                  <a:pt x="2134929" y="4702589"/>
                </a:lnTo>
                <a:close/>
                <a:moveTo>
                  <a:pt x="2055922" y="4702589"/>
                </a:moveTo>
                <a:lnTo>
                  <a:pt x="2054703" y="4700395"/>
                </a:lnTo>
                <a:lnTo>
                  <a:pt x="10604285" y="0"/>
                </a:lnTo>
                <a:lnTo>
                  <a:pt x="10605504" y="2217"/>
                </a:lnTo>
                <a:lnTo>
                  <a:pt x="2055922" y="4702589"/>
                </a:lnTo>
                <a:close/>
                <a:moveTo>
                  <a:pt x="1976915" y="4702589"/>
                </a:moveTo>
                <a:lnTo>
                  <a:pt x="1975695" y="4700395"/>
                </a:lnTo>
                <a:lnTo>
                  <a:pt x="10525280" y="0"/>
                </a:lnTo>
                <a:lnTo>
                  <a:pt x="10526500" y="2217"/>
                </a:lnTo>
                <a:lnTo>
                  <a:pt x="1976915" y="4702589"/>
                </a:lnTo>
                <a:close/>
                <a:moveTo>
                  <a:pt x="1897910" y="4702589"/>
                </a:moveTo>
                <a:lnTo>
                  <a:pt x="1896691" y="4700395"/>
                </a:lnTo>
                <a:lnTo>
                  <a:pt x="10446276" y="0"/>
                </a:lnTo>
                <a:lnTo>
                  <a:pt x="10447496" y="2217"/>
                </a:lnTo>
                <a:lnTo>
                  <a:pt x="1897910" y="4702589"/>
                </a:lnTo>
                <a:close/>
                <a:moveTo>
                  <a:pt x="1818827" y="4702589"/>
                </a:moveTo>
                <a:lnTo>
                  <a:pt x="1817608" y="4700395"/>
                </a:lnTo>
                <a:lnTo>
                  <a:pt x="10367211" y="0"/>
                </a:lnTo>
                <a:lnTo>
                  <a:pt x="10368430" y="2217"/>
                </a:lnTo>
                <a:lnTo>
                  <a:pt x="1818827" y="4702589"/>
                </a:lnTo>
                <a:close/>
                <a:moveTo>
                  <a:pt x="1739820" y="4702589"/>
                </a:moveTo>
                <a:lnTo>
                  <a:pt x="1738601" y="4700395"/>
                </a:lnTo>
                <a:lnTo>
                  <a:pt x="10288177" y="0"/>
                </a:lnTo>
                <a:lnTo>
                  <a:pt x="10289396" y="2217"/>
                </a:lnTo>
                <a:lnTo>
                  <a:pt x="1739820" y="4702589"/>
                </a:lnTo>
                <a:close/>
                <a:moveTo>
                  <a:pt x="1660816" y="4702589"/>
                </a:moveTo>
                <a:lnTo>
                  <a:pt x="1659596" y="4700395"/>
                </a:lnTo>
                <a:lnTo>
                  <a:pt x="10209172" y="0"/>
                </a:lnTo>
                <a:lnTo>
                  <a:pt x="10210392" y="2217"/>
                </a:lnTo>
                <a:lnTo>
                  <a:pt x="1660816" y="4702589"/>
                </a:lnTo>
                <a:close/>
                <a:moveTo>
                  <a:pt x="1581808" y="4702589"/>
                </a:moveTo>
                <a:lnTo>
                  <a:pt x="1580589" y="4700395"/>
                </a:lnTo>
                <a:lnTo>
                  <a:pt x="10130168" y="0"/>
                </a:lnTo>
                <a:lnTo>
                  <a:pt x="10131387" y="2217"/>
                </a:lnTo>
                <a:lnTo>
                  <a:pt x="1581808" y="4702589"/>
                </a:lnTo>
                <a:close/>
                <a:moveTo>
                  <a:pt x="1502725" y="4702589"/>
                </a:moveTo>
                <a:lnTo>
                  <a:pt x="1501506" y="4700395"/>
                </a:lnTo>
                <a:lnTo>
                  <a:pt x="10051073" y="0"/>
                </a:lnTo>
                <a:lnTo>
                  <a:pt x="10052292" y="2217"/>
                </a:lnTo>
                <a:lnTo>
                  <a:pt x="1502725" y="4702589"/>
                </a:lnTo>
                <a:close/>
                <a:moveTo>
                  <a:pt x="1423721" y="4702589"/>
                </a:moveTo>
                <a:lnTo>
                  <a:pt x="1422502" y="4700395"/>
                </a:lnTo>
                <a:lnTo>
                  <a:pt x="9972099" y="0"/>
                </a:lnTo>
                <a:lnTo>
                  <a:pt x="9973318" y="2217"/>
                </a:lnTo>
                <a:lnTo>
                  <a:pt x="1423721" y="4702589"/>
                </a:lnTo>
                <a:close/>
                <a:moveTo>
                  <a:pt x="1344714" y="4702589"/>
                </a:moveTo>
                <a:lnTo>
                  <a:pt x="1343494" y="4700395"/>
                </a:lnTo>
                <a:lnTo>
                  <a:pt x="9893064" y="0"/>
                </a:lnTo>
                <a:lnTo>
                  <a:pt x="9894284" y="2217"/>
                </a:lnTo>
                <a:lnTo>
                  <a:pt x="1344714" y="4702589"/>
                </a:lnTo>
                <a:close/>
                <a:moveTo>
                  <a:pt x="1265630" y="4702589"/>
                </a:moveTo>
                <a:lnTo>
                  <a:pt x="1264411" y="4700395"/>
                </a:lnTo>
                <a:lnTo>
                  <a:pt x="9813999" y="0"/>
                </a:lnTo>
                <a:lnTo>
                  <a:pt x="9815218" y="2217"/>
                </a:lnTo>
                <a:lnTo>
                  <a:pt x="1265630" y="4702589"/>
                </a:lnTo>
                <a:close/>
                <a:moveTo>
                  <a:pt x="1186623" y="4702589"/>
                </a:moveTo>
                <a:lnTo>
                  <a:pt x="1185404" y="4700395"/>
                </a:lnTo>
                <a:lnTo>
                  <a:pt x="9734995" y="0"/>
                </a:lnTo>
                <a:lnTo>
                  <a:pt x="9736214" y="2217"/>
                </a:lnTo>
                <a:lnTo>
                  <a:pt x="1186623" y="4702589"/>
                </a:lnTo>
                <a:close/>
                <a:moveTo>
                  <a:pt x="1107619" y="4702589"/>
                </a:moveTo>
                <a:lnTo>
                  <a:pt x="1106400" y="4700395"/>
                </a:lnTo>
                <a:lnTo>
                  <a:pt x="9655960" y="0"/>
                </a:lnTo>
                <a:lnTo>
                  <a:pt x="9657180" y="2217"/>
                </a:lnTo>
                <a:lnTo>
                  <a:pt x="1107619" y="4702589"/>
                </a:lnTo>
                <a:close/>
                <a:moveTo>
                  <a:pt x="1028609" y="4702589"/>
                </a:moveTo>
                <a:lnTo>
                  <a:pt x="1027389" y="4700395"/>
                </a:lnTo>
                <a:lnTo>
                  <a:pt x="9576987" y="0"/>
                </a:lnTo>
                <a:lnTo>
                  <a:pt x="9578206" y="2217"/>
                </a:lnTo>
                <a:lnTo>
                  <a:pt x="1028609" y="4702589"/>
                </a:lnTo>
                <a:close/>
                <a:moveTo>
                  <a:pt x="949528" y="4702589"/>
                </a:moveTo>
                <a:lnTo>
                  <a:pt x="948309" y="4700395"/>
                </a:lnTo>
                <a:lnTo>
                  <a:pt x="9497891" y="0"/>
                </a:lnTo>
                <a:lnTo>
                  <a:pt x="9499110" y="2217"/>
                </a:lnTo>
                <a:lnTo>
                  <a:pt x="949528" y="4702589"/>
                </a:lnTo>
                <a:close/>
                <a:moveTo>
                  <a:pt x="870521" y="4702589"/>
                </a:moveTo>
                <a:lnTo>
                  <a:pt x="869302" y="4700395"/>
                </a:lnTo>
                <a:lnTo>
                  <a:pt x="9418887" y="0"/>
                </a:lnTo>
                <a:lnTo>
                  <a:pt x="9420106" y="2217"/>
                </a:lnTo>
                <a:lnTo>
                  <a:pt x="870521" y="4702589"/>
                </a:lnTo>
                <a:close/>
                <a:moveTo>
                  <a:pt x="791514" y="4702589"/>
                </a:moveTo>
                <a:lnTo>
                  <a:pt x="790295" y="4700395"/>
                </a:lnTo>
                <a:lnTo>
                  <a:pt x="9339883" y="0"/>
                </a:lnTo>
                <a:lnTo>
                  <a:pt x="9341102" y="2217"/>
                </a:lnTo>
                <a:lnTo>
                  <a:pt x="791514" y="4702589"/>
                </a:lnTo>
                <a:close/>
                <a:moveTo>
                  <a:pt x="712506" y="4702589"/>
                </a:moveTo>
                <a:lnTo>
                  <a:pt x="711287" y="4700395"/>
                </a:lnTo>
                <a:lnTo>
                  <a:pt x="9260848" y="0"/>
                </a:lnTo>
                <a:lnTo>
                  <a:pt x="9262067" y="2217"/>
                </a:lnTo>
                <a:lnTo>
                  <a:pt x="712506" y="4702589"/>
                </a:lnTo>
                <a:close/>
                <a:moveTo>
                  <a:pt x="633422" y="4702589"/>
                </a:moveTo>
                <a:lnTo>
                  <a:pt x="632203" y="4700395"/>
                </a:lnTo>
                <a:lnTo>
                  <a:pt x="9181783" y="0"/>
                </a:lnTo>
                <a:lnTo>
                  <a:pt x="9183002" y="2217"/>
                </a:lnTo>
                <a:lnTo>
                  <a:pt x="633422" y="4702589"/>
                </a:lnTo>
                <a:close/>
                <a:moveTo>
                  <a:pt x="554416" y="4702589"/>
                </a:moveTo>
                <a:lnTo>
                  <a:pt x="553197" y="4700395"/>
                </a:lnTo>
                <a:lnTo>
                  <a:pt x="9102779" y="0"/>
                </a:lnTo>
                <a:lnTo>
                  <a:pt x="9103998" y="2217"/>
                </a:lnTo>
                <a:lnTo>
                  <a:pt x="554416" y="4702589"/>
                </a:lnTo>
                <a:close/>
                <a:moveTo>
                  <a:pt x="475411" y="4702589"/>
                </a:moveTo>
                <a:lnTo>
                  <a:pt x="474192" y="4700395"/>
                </a:lnTo>
                <a:lnTo>
                  <a:pt x="9023775" y="0"/>
                </a:lnTo>
                <a:lnTo>
                  <a:pt x="9024994" y="2217"/>
                </a:lnTo>
                <a:lnTo>
                  <a:pt x="475411" y="4702589"/>
                </a:lnTo>
                <a:close/>
                <a:moveTo>
                  <a:pt x="396404" y="4702589"/>
                </a:moveTo>
                <a:lnTo>
                  <a:pt x="395185" y="4700395"/>
                </a:lnTo>
                <a:lnTo>
                  <a:pt x="8944771" y="0"/>
                </a:lnTo>
                <a:lnTo>
                  <a:pt x="8945990" y="2217"/>
                </a:lnTo>
                <a:lnTo>
                  <a:pt x="396404" y="4702589"/>
                </a:lnTo>
                <a:close/>
                <a:moveTo>
                  <a:pt x="317321" y="4702589"/>
                </a:moveTo>
                <a:lnTo>
                  <a:pt x="316102" y="4700395"/>
                </a:lnTo>
                <a:lnTo>
                  <a:pt x="8865705" y="0"/>
                </a:lnTo>
                <a:lnTo>
                  <a:pt x="8866925" y="2217"/>
                </a:lnTo>
                <a:lnTo>
                  <a:pt x="317321" y="4702589"/>
                </a:lnTo>
                <a:close/>
                <a:moveTo>
                  <a:pt x="238314" y="4702589"/>
                </a:moveTo>
                <a:lnTo>
                  <a:pt x="237095" y="4700395"/>
                </a:lnTo>
                <a:lnTo>
                  <a:pt x="8786671" y="0"/>
                </a:lnTo>
                <a:lnTo>
                  <a:pt x="8787890" y="2217"/>
                </a:lnTo>
                <a:lnTo>
                  <a:pt x="238314" y="4702589"/>
                </a:lnTo>
                <a:close/>
                <a:moveTo>
                  <a:pt x="159310" y="4702589"/>
                </a:moveTo>
                <a:lnTo>
                  <a:pt x="158091" y="4700395"/>
                </a:lnTo>
                <a:lnTo>
                  <a:pt x="8707667" y="0"/>
                </a:lnTo>
                <a:lnTo>
                  <a:pt x="8708886" y="2217"/>
                </a:lnTo>
                <a:lnTo>
                  <a:pt x="159310" y="4702589"/>
                </a:lnTo>
                <a:close/>
                <a:moveTo>
                  <a:pt x="80303" y="4702589"/>
                </a:moveTo>
                <a:lnTo>
                  <a:pt x="79083" y="4700395"/>
                </a:lnTo>
                <a:lnTo>
                  <a:pt x="8628662" y="0"/>
                </a:lnTo>
                <a:lnTo>
                  <a:pt x="8629882" y="2217"/>
                </a:lnTo>
                <a:lnTo>
                  <a:pt x="80303" y="4702589"/>
                </a:lnTo>
                <a:close/>
                <a:moveTo>
                  <a:pt x="1219" y="4702589"/>
                </a:moveTo>
                <a:lnTo>
                  <a:pt x="0" y="4700395"/>
                </a:lnTo>
                <a:lnTo>
                  <a:pt x="8549567" y="0"/>
                </a:lnTo>
                <a:lnTo>
                  <a:pt x="8550786" y="2217"/>
                </a:lnTo>
                <a:lnTo>
                  <a:pt x="1219" y="4702589"/>
                </a:lnTo>
                <a:close/>
              </a:path>
            </a:pathLst>
          </a:custGeom>
          <a:gradFill>
            <a:gsLst>
              <a:gs pos="0">
                <a:schemeClr val="dk1"/>
              </a:gs>
              <a:gs pos="38000">
                <a:schemeClr val="dk1"/>
              </a:gs>
              <a:gs pos="69000">
                <a:schemeClr val="dk2"/>
              </a:gs>
              <a:gs pos="100000">
                <a:schemeClr val="accent1"/>
              </a:gs>
            </a:gsLst>
            <a:lin ang="162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5" name="Google Shape;15;p9"/>
          <p:cNvSpPr/>
          <p:nvPr/>
        </p:nvSpPr>
        <p:spPr>
          <a:xfrm rot="-6350911">
            <a:off x="3123939" y="-860130"/>
            <a:ext cx="14608110" cy="5711332"/>
          </a:xfrm>
          <a:custGeom>
            <a:avLst/>
            <a:gdLst/>
            <a:ahLst/>
            <a:cxnLst/>
            <a:rect l="l" t="t" r="r" b="b"/>
            <a:pathLst>
              <a:path w="12028005" h="4702588" extrusionOk="0">
                <a:moveTo>
                  <a:pt x="3478417" y="4702589"/>
                </a:moveTo>
                <a:lnTo>
                  <a:pt x="3477201" y="4700395"/>
                </a:lnTo>
                <a:lnTo>
                  <a:pt x="12026786" y="0"/>
                </a:lnTo>
                <a:lnTo>
                  <a:pt x="12028005" y="2217"/>
                </a:lnTo>
                <a:lnTo>
                  <a:pt x="3478417" y="4702589"/>
                </a:lnTo>
                <a:close/>
                <a:moveTo>
                  <a:pt x="3399337" y="4702589"/>
                </a:moveTo>
                <a:lnTo>
                  <a:pt x="3398121" y="4700395"/>
                </a:lnTo>
                <a:lnTo>
                  <a:pt x="11947691" y="0"/>
                </a:lnTo>
                <a:lnTo>
                  <a:pt x="11948910" y="2217"/>
                </a:lnTo>
                <a:lnTo>
                  <a:pt x="3399337" y="4702589"/>
                </a:lnTo>
                <a:close/>
                <a:moveTo>
                  <a:pt x="3320333" y="4702589"/>
                </a:moveTo>
                <a:lnTo>
                  <a:pt x="3319114" y="4700395"/>
                </a:lnTo>
                <a:lnTo>
                  <a:pt x="11868717" y="0"/>
                </a:lnTo>
                <a:lnTo>
                  <a:pt x="11869936" y="2217"/>
                </a:lnTo>
                <a:lnTo>
                  <a:pt x="3320333" y="4702589"/>
                </a:lnTo>
                <a:close/>
                <a:moveTo>
                  <a:pt x="3241326" y="4702589"/>
                </a:moveTo>
                <a:lnTo>
                  <a:pt x="3240103" y="4700395"/>
                </a:lnTo>
                <a:lnTo>
                  <a:pt x="11789682" y="0"/>
                </a:lnTo>
                <a:lnTo>
                  <a:pt x="11790902" y="2217"/>
                </a:lnTo>
                <a:lnTo>
                  <a:pt x="3241326" y="4702589"/>
                </a:lnTo>
                <a:close/>
                <a:moveTo>
                  <a:pt x="3162318" y="4702589"/>
                </a:moveTo>
                <a:lnTo>
                  <a:pt x="3161099" y="4700395"/>
                </a:lnTo>
                <a:lnTo>
                  <a:pt x="11710678" y="0"/>
                </a:lnTo>
                <a:lnTo>
                  <a:pt x="11711897" y="2217"/>
                </a:lnTo>
                <a:lnTo>
                  <a:pt x="3162318" y="4702589"/>
                </a:lnTo>
                <a:close/>
                <a:moveTo>
                  <a:pt x="3083235" y="4702589"/>
                </a:moveTo>
                <a:lnTo>
                  <a:pt x="3082019" y="4700395"/>
                </a:lnTo>
                <a:lnTo>
                  <a:pt x="11631613" y="0"/>
                </a:lnTo>
                <a:lnTo>
                  <a:pt x="11632832" y="2217"/>
                </a:lnTo>
                <a:lnTo>
                  <a:pt x="3083235" y="4702589"/>
                </a:lnTo>
                <a:close/>
                <a:moveTo>
                  <a:pt x="3004231" y="4702589"/>
                </a:moveTo>
                <a:lnTo>
                  <a:pt x="3003012" y="4700395"/>
                </a:lnTo>
                <a:lnTo>
                  <a:pt x="11552578" y="0"/>
                </a:lnTo>
                <a:lnTo>
                  <a:pt x="11553798" y="2217"/>
                </a:lnTo>
                <a:lnTo>
                  <a:pt x="3004231" y="4702589"/>
                </a:lnTo>
                <a:close/>
                <a:moveTo>
                  <a:pt x="2925224" y="4702589"/>
                </a:moveTo>
                <a:lnTo>
                  <a:pt x="2924004" y="4700395"/>
                </a:lnTo>
                <a:lnTo>
                  <a:pt x="11473605" y="0"/>
                </a:lnTo>
                <a:lnTo>
                  <a:pt x="11474824" y="2217"/>
                </a:lnTo>
                <a:lnTo>
                  <a:pt x="2925224" y="4702589"/>
                </a:lnTo>
                <a:close/>
                <a:moveTo>
                  <a:pt x="2846216" y="4702589"/>
                </a:moveTo>
                <a:lnTo>
                  <a:pt x="2844997" y="4700395"/>
                </a:lnTo>
                <a:lnTo>
                  <a:pt x="11394570" y="0"/>
                </a:lnTo>
                <a:lnTo>
                  <a:pt x="11395789" y="2217"/>
                </a:lnTo>
                <a:lnTo>
                  <a:pt x="2846216" y="4702589"/>
                </a:lnTo>
                <a:close/>
                <a:moveTo>
                  <a:pt x="2767133" y="4702589"/>
                </a:moveTo>
                <a:lnTo>
                  <a:pt x="2765917" y="4700395"/>
                </a:lnTo>
                <a:lnTo>
                  <a:pt x="11315505" y="0"/>
                </a:lnTo>
                <a:lnTo>
                  <a:pt x="11316724" y="2217"/>
                </a:lnTo>
                <a:lnTo>
                  <a:pt x="2767133" y="4702589"/>
                </a:lnTo>
                <a:close/>
                <a:moveTo>
                  <a:pt x="2688129" y="4702589"/>
                </a:moveTo>
                <a:lnTo>
                  <a:pt x="2686910" y="4700395"/>
                </a:lnTo>
                <a:lnTo>
                  <a:pt x="11236501" y="0"/>
                </a:lnTo>
                <a:lnTo>
                  <a:pt x="11237720" y="2217"/>
                </a:lnTo>
                <a:lnTo>
                  <a:pt x="2688129" y="4702589"/>
                </a:lnTo>
                <a:close/>
                <a:moveTo>
                  <a:pt x="2609122" y="4702589"/>
                </a:moveTo>
                <a:lnTo>
                  <a:pt x="2607902" y="4700395"/>
                </a:lnTo>
                <a:lnTo>
                  <a:pt x="11157466" y="0"/>
                </a:lnTo>
                <a:lnTo>
                  <a:pt x="11158685" y="2217"/>
                </a:lnTo>
                <a:lnTo>
                  <a:pt x="2609122" y="4702589"/>
                </a:lnTo>
                <a:close/>
                <a:moveTo>
                  <a:pt x="2530117" y="4702589"/>
                </a:moveTo>
                <a:lnTo>
                  <a:pt x="2528898" y="4700395"/>
                </a:lnTo>
                <a:lnTo>
                  <a:pt x="11078492" y="0"/>
                </a:lnTo>
                <a:lnTo>
                  <a:pt x="11079712" y="2217"/>
                </a:lnTo>
                <a:lnTo>
                  <a:pt x="2530117" y="4702589"/>
                </a:lnTo>
                <a:close/>
                <a:moveTo>
                  <a:pt x="2451034" y="4702589"/>
                </a:moveTo>
                <a:lnTo>
                  <a:pt x="2449815" y="4700395"/>
                </a:lnTo>
                <a:lnTo>
                  <a:pt x="10999397" y="0"/>
                </a:lnTo>
                <a:lnTo>
                  <a:pt x="11000616" y="2217"/>
                </a:lnTo>
                <a:lnTo>
                  <a:pt x="2451034" y="4702589"/>
                </a:lnTo>
                <a:close/>
                <a:moveTo>
                  <a:pt x="2372027" y="4702589"/>
                </a:moveTo>
                <a:lnTo>
                  <a:pt x="2370808" y="4700395"/>
                </a:lnTo>
                <a:lnTo>
                  <a:pt x="10920393" y="0"/>
                </a:lnTo>
                <a:lnTo>
                  <a:pt x="10921612" y="2217"/>
                </a:lnTo>
                <a:lnTo>
                  <a:pt x="2372027" y="4702589"/>
                </a:lnTo>
                <a:close/>
                <a:moveTo>
                  <a:pt x="2293017" y="4702589"/>
                </a:moveTo>
                <a:lnTo>
                  <a:pt x="2291797" y="4700395"/>
                </a:lnTo>
                <a:lnTo>
                  <a:pt x="10841389" y="0"/>
                </a:lnTo>
                <a:lnTo>
                  <a:pt x="10842608" y="2217"/>
                </a:lnTo>
                <a:lnTo>
                  <a:pt x="2293017" y="4702589"/>
                </a:lnTo>
                <a:close/>
                <a:moveTo>
                  <a:pt x="2214009" y="4702589"/>
                </a:moveTo>
                <a:lnTo>
                  <a:pt x="2212790" y="4700395"/>
                </a:lnTo>
                <a:lnTo>
                  <a:pt x="10762354" y="0"/>
                </a:lnTo>
                <a:lnTo>
                  <a:pt x="10763573" y="2217"/>
                </a:lnTo>
                <a:lnTo>
                  <a:pt x="2214009" y="4702589"/>
                </a:lnTo>
                <a:close/>
                <a:moveTo>
                  <a:pt x="2134929" y="4702589"/>
                </a:moveTo>
                <a:lnTo>
                  <a:pt x="2133710" y="4700395"/>
                </a:lnTo>
                <a:lnTo>
                  <a:pt x="10683289" y="0"/>
                </a:lnTo>
                <a:lnTo>
                  <a:pt x="10684508" y="2217"/>
                </a:lnTo>
                <a:lnTo>
                  <a:pt x="2134929" y="4702589"/>
                </a:lnTo>
                <a:close/>
                <a:moveTo>
                  <a:pt x="2055922" y="4702589"/>
                </a:moveTo>
                <a:lnTo>
                  <a:pt x="2054703" y="4700395"/>
                </a:lnTo>
                <a:lnTo>
                  <a:pt x="10604285" y="0"/>
                </a:lnTo>
                <a:lnTo>
                  <a:pt x="10605504" y="2217"/>
                </a:lnTo>
                <a:lnTo>
                  <a:pt x="2055922" y="4702589"/>
                </a:lnTo>
                <a:close/>
                <a:moveTo>
                  <a:pt x="1976915" y="4702589"/>
                </a:moveTo>
                <a:lnTo>
                  <a:pt x="1975695" y="4700395"/>
                </a:lnTo>
                <a:lnTo>
                  <a:pt x="10525280" y="0"/>
                </a:lnTo>
                <a:lnTo>
                  <a:pt x="10526500" y="2217"/>
                </a:lnTo>
                <a:lnTo>
                  <a:pt x="1976915" y="4702589"/>
                </a:lnTo>
                <a:close/>
                <a:moveTo>
                  <a:pt x="1897910" y="4702589"/>
                </a:moveTo>
                <a:lnTo>
                  <a:pt x="1896691" y="4700395"/>
                </a:lnTo>
                <a:lnTo>
                  <a:pt x="10446276" y="0"/>
                </a:lnTo>
                <a:lnTo>
                  <a:pt x="10447496" y="2217"/>
                </a:lnTo>
                <a:lnTo>
                  <a:pt x="1897910" y="4702589"/>
                </a:lnTo>
                <a:close/>
                <a:moveTo>
                  <a:pt x="1818827" y="4702589"/>
                </a:moveTo>
                <a:lnTo>
                  <a:pt x="1817608" y="4700395"/>
                </a:lnTo>
                <a:lnTo>
                  <a:pt x="10367211" y="0"/>
                </a:lnTo>
                <a:lnTo>
                  <a:pt x="10368430" y="2217"/>
                </a:lnTo>
                <a:lnTo>
                  <a:pt x="1818827" y="4702589"/>
                </a:lnTo>
                <a:close/>
                <a:moveTo>
                  <a:pt x="1739820" y="4702589"/>
                </a:moveTo>
                <a:lnTo>
                  <a:pt x="1738601" y="4700395"/>
                </a:lnTo>
                <a:lnTo>
                  <a:pt x="10288177" y="0"/>
                </a:lnTo>
                <a:lnTo>
                  <a:pt x="10289396" y="2217"/>
                </a:lnTo>
                <a:lnTo>
                  <a:pt x="1739820" y="4702589"/>
                </a:lnTo>
                <a:close/>
                <a:moveTo>
                  <a:pt x="1660816" y="4702589"/>
                </a:moveTo>
                <a:lnTo>
                  <a:pt x="1659596" y="4700395"/>
                </a:lnTo>
                <a:lnTo>
                  <a:pt x="10209172" y="0"/>
                </a:lnTo>
                <a:lnTo>
                  <a:pt x="10210392" y="2217"/>
                </a:lnTo>
                <a:lnTo>
                  <a:pt x="1660816" y="4702589"/>
                </a:lnTo>
                <a:close/>
                <a:moveTo>
                  <a:pt x="1581808" y="4702589"/>
                </a:moveTo>
                <a:lnTo>
                  <a:pt x="1580589" y="4700395"/>
                </a:lnTo>
                <a:lnTo>
                  <a:pt x="10130168" y="0"/>
                </a:lnTo>
                <a:lnTo>
                  <a:pt x="10131387" y="2217"/>
                </a:lnTo>
                <a:lnTo>
                  <a:pt x="1581808" y="4702589"/>
                </a:lnTo>
                <a:close/>
                <a:moveTo>
                  <a:pt x="1502725" y="4702589"/>
                </a:moveTo>
                <a:lnTo>
                  <a:pt x="1501506" y="4700395"/>
                </a:lnTo>
                <a:lnTo>
                  <a:pt x="10051073" y="0"/>
                </a:lnTo>
                <a:lnTo>
                  <a:pt x="10052292" y="2217"/>
                </a:lnTo>
                <a:lnTo>
                  <a:pt x="1502725" y="4702589"/>
                </a:lnTo>
                <a:close/>
                <a:moveTo>
                  <a:pt x="1423721" y="4702589"/>
                </a:moveTo>
                <a:lnTo>
                  <a:pt x="1422502" y="4700395"/>
                </a:lnTo>
                <a:lnTo>
                  <a:pt x="9972099" y="0"/>
                </a:lnTo>
                <a:lnTo>
                  <a:pt x="9973318" y="2217"/>
                </a:lnTo>
                <a:lnTo>
                  <a:pt x="1423721" y="4702589"/>
                </a:lnTo>
                <a:close/>
                <a:moveTo>
                  <a:pt x="1344714" y="4702589"/>
                </a:moveTo>
                <a:lnTo>
                  <a:pt x="1343494" y="4700395"/>
                </a:lnTo>
                <a:lnTo>
                  <a:pt x="9893064" y="0"/>
                </a:lnTo>
                <a:lnTo>
                  <a:pt x="9894284" y="2217"/>
                </a:lnTo>
                <a:lnTo>
                  <a:pt x="1344714" y="4702589"/>
                </a:lnTo>
                <a:close/>
                <a:moveTo>
                  <a:pt x="1265630" y="4702589"/>
                </a:moveTo>
                <a:lnTo>
                  <a:pt x="1264411" y="4700395"/>
                </a:lnTo>
                <a:lnTo>
                  <a:pt x="9813999" y="0"/>
                </a:lnTo>
                <a:lnTo>
                  <a:pt x="9815218" y="2217"/>
                </a:lnTo>
                <a:lnTo>
                  <a:pt x="1265630" y="4702589"/>
                </a:lnTo>
                <a:close/>
                <a:moveTo>
                  <a:pt x="1186623" y="4702589"/>
                </a:moveTo>
                <a:lnTo>
                  <a:pt x="1185404" y="4700395"/>
                </a:lnTo>
                <a:lnTo>
                  <a:pt x="9734995" y="0"/>
                </a:lnTo>
                <a:lnTo>
                  <a:pt x="9736214" y="2217"/>
                </a:lnTo>
                <a:lnTo>
                  <a:pt x="1186623" y="4702589"/>
                </a:lnTo>
                <a:close/>
                <a:moveTo>
                  <a:pt x="1107619" y="4702589"/>
                </a:moveTo>
                <a:lnTo>
                  <a:pt x="1106400" y="4700395"/>
                </a:lnTo>
                <a:lnTo>
                  <a:pt x="9655960" y="0"/>
                </a:lnTo>
                <a:lnTo>
                  <a:pt x="9657180" y="2217"/>
                </a:lnTo>
                <a:lnTo>
                  <a:pt x="1107619" y="4702589"/>
                </a:lnTo>
                <a:close/>
                <a:moveTo>
                  <a:pt x="1028609" y="4702589"/>
                </a:moveTo>
                <a:lnTo>
                  <a:pt x="1027389" y="4700395"/>
                </a:lnTo>
                <a:lnTo>
                  <a:pt x="9576987" y="0"/>
                </a:lnTo>
                <a:lnTo>
                  <a:pt x="9578206" y="2217"/>
                </a:lnTo>
                <a:lnTo>
                  <a:pt x="1028609" y="4702589"/>
                </a:lnTo>
                <a:close/>
                <a:moveTo>
                  <a:pt x="949528" y="4702589"/>
                </a:moveTo>
                <a:lnTo>
                  <a:pt x="948309" y="4700395"/>
                </a:lnTo>
                <a:lnTo>
                  <a:pt x="9497891" y="0"/>
                </a:lnTo>
                <a:lnTo>
                  <a:pt x="9499110" y="2217"/>
                </a:lnTo>
                <a:lnTo>
                  <a:pt x="949528" y="4702589"/>
                </a:lnTo>
                <a:close/>
                <a:moveTo>
                  <a:pt x="870521" y="4702589"/>
                </a:moveTo>
                <a:lnTo>
                  <a:pt x="869302" y="4700395"/>
                </a:lnTo>
                <a:lnTo>
                  <a:pt x="9418887" y="0"/>
                </a:lnTo>
                <a:lnTo>
                  <a:pt x="9420106" y="2217"/>
                </a:lnTo>
                <a:lnTo>
                  <a:pt x="870521" y="4702589"/>
                </a:lnTo>
                <a:close/>
                <a:moveTo>
                  <a:pt x="791514" y="4702589"/>
                </a:moveTo>
                <a:lnTo>
                  <a:pt x="790295" y="4700395"/>
                </a:lnTo>
                <a:lnTo>
                  <a:pt x="9339883" y="0"/>
                </a:lnTo>
                <a:lnTo>
                  <a:pt x="9341102" y="2217"/>
                </a:lnTo>
                <a:lnTo>
                  <a:pt x="791514" y="4702589"/>
                </a:lnTo>
                <a:close/>
                <a:moveTo>
                  <a:pt x="712506" y="4702589"/>
                </a:moveTo>
                <a:lnTo>
                  <a:pt x="711287" y="4700395"/>
                </a:lnTo>
                <a:lnTo>
                  <a:pt x="9260848" y="0"/>
                </a:lnTo>
                <a:lnTo>
                  <a:pt x="9262067" y="2217"/>
                </a:lnTo>
                <a:lnTo>
                  <a:pt x="712506" y="4702589"/>
                </a:lnTo>
                <a:close/>
                <a:moveTo>
                  <a:pt x="633422" y="4702589"/>
                </a:moveTo>
                <a:lnTo>
                  <a:pt x="632203" y="4700395"/>
                </a:lnTo>
                <a:lnTo>
                  <a:pt x="9181783" y="0"/>
                </a:lnTo>
                <a:lnTo>
                  <a:pt x="9183002" y="2217"/>
                </a:lnTo>
                <a:lnTo>
                  <a:pt x="633422" y="4702589"/>
                </a:lnTo>
                <a:close/>
                <a:moveTo>
                  <a:pt x="554416" y="4702589"/>
                </a:moveTo>
                <a:lnTo>
                  <a:pt x="553197" y="4700395"/>
                </a:lnTo>
                <a:lnTo>
                  <a:pt x="9102779" y="0"/>
                </a:lnTo>
                <a:lnTo>
                  <a:pt x="9103998" y="2217"/>
                </a:lnTo>
                <a:lnTo>
                  <a:pt x="554416" y="4702589"/>
                </a:lnTo>
                <a:close/>
                <a:moveTo>
                  <a:pt x="475411" y="4702589"/>
                </a:moveTo>
                <a:lnTo>
                  <a:pt x="474192" y="4700395"/>
                </a:lnTo>
                <a:lnTo>
                  <a:pt x="9023775" y="0"/>
                </a:lnTo>
                <a:lnTo>
                  <a:pt x="9024994" y="2217"/>
                </a:lnTo>
                <a:lnTo>
                  <a:pt x="475411" y="4702589"/>
                </a:lnTo>
                <a:close/>
                <a:moveTo>
                  <a:pt x="396404" y="4702589"/>
                </a:moveTo>
                <a:lnTo>
                  <a:pt x="395185" y="4700395"/>
                </a:lnTo>
                <a:lnTo>
                  <a:pt x="8944771" y="0"/>
                </a:lnTo>
                <a:lnTo>
                  <a:pt x="8945990" y="2217"/>
                </a:lnTo>
                <a:lnTo>
                  <a:pt x="396404" y="4702589"/>
                </a:lnTo>
                <a:close/>
                <a:moveTo>
                  <a:pt x="317321" y="4702589"/>
                </a:moveTo>
                <a:lnTo>
                  <a:pt x="316102" y="4700395"/>
                </a:lnTo>
                <a:lnTo>
                  <a:pt x="8865705" y="0"/>
                </a:lnTo>
                <a:lnTo>
                  <a:pt x="8866925" y="2217"/>
                </a:lnTo>
                <a:lnTo>
                  <a:pt x="317321" y="4702589"/>
                </a:lnTo>
                <a:close/>
                <a:moveTo>
                  <a:pt x="238314" y="4702589"/>
                </a:moveTo>
                <a:lnTo>
                  <a:pt x="237095" y="4700395"/>
                </a:lnTo>
                <a:lnTo>
                  <a:pt x="8786671" y="0"/>
                </a:lnTo>
                <a:lnTo>
                  <a:pt x="8787890" y="2217"/>
                </a:lnTo>
                <a:lnTo>
                  <a:pt x="238314" y="4702589"/>
                </a:lnTo>
                <a:close/>
                <a:moveTo>
                  <a:pt x="159310" y="4702589"/>
                </a:moveTo>
                <a:lnTo>
                  <a:pt x="158091" y="4700395"/>
                </a:lnTo>
                <a:lnTo>
                  <a:pt x="8707667" y="0"/>
                </a:lnTo>
                <a:lnTo>
                  <a:pt x="8708886" y="2217"/>
                </a:lnTo>
                <a:lnTo>
                  <a:pt x="159310" y="4702589"/>
                </a:lnTo>
                <a:close/>
                <a:moveTo>
                  <a:pt x="80303" y="4702589"/>
                </a:moveTo>
                <a:lnTo>
                  <a:pt x="79083" y="4700395"/>
                </a:lnTo>
                <a:lnTo>
                  <a:pt x="8628662" y="0"/>
                </a:lnTo>
                <a:lnTo>
                  <a:pt x="8629882" y="2217"/>
                </a:lnTo>
                <a:lnTo>
                  <a:pt x="80303" y="4702589"/>
                </a:lnTo>
                <a:close/>
                <a:moveTo>
                  <a:pt x="1219" y="4702589"/>
                </a:moveTo>
                <a:lnTo>
                  <a:pt x="0" y="4700395"/>
                </a:lnTo>
                <a:lnTo>
                  <a:pt x="8549567" y="0"/>
                </a:lnTo>
                <a:lnTo>
                  <a:pt x="8550786" y="2217"/>
                </a:lnTo>
                <a:lnTo>
                  <a:pt x="1219" y="4702589"/>
                </a:lnTo>
                <a:close/>
              </a:path>
            </a:pathLst>
          </a:custGeom>
          <a:gradFill>
            <a:gsLst>
              <a:gs pos="0">
                <a:schemeClr val="accent1"/>
              </a:gs>
              <a:gs pos="81000">
                <a:schemeClr val="dk1"/>
              </a:gs>
              <a:gs pos="100000">
                <a:schemeClr val="dk1"/>
              </a:gs>
            </a:gsLst>
            <a:lin ang="162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 name="Google Shape;16;p9"/>
          <p:cNvSpPr txBox="1">
            <a:spLocks noGrp="1"/>
          </p:cNvSpPr>
          <p:nvPr>
            <p:ph type="ctrTitle"/>
          </p:nvPr>
        </p:nvSpPr>
        <p:spPr>
          <a:xfrm>
            <a:off x="752730" y="2042028"/>
            <a:ext cx="7486809" cy="1721929"/>
          </a:xfrm>
          <a:prstGeom prst="rect">
            <a:avLst/>
          </a:prstGeom>
          <a:noFill/>
          <a:ln>
            <a:noFill/>
          </a:ln>
        </p:spPr>
        <p:txBody>
          <a:bodyPr spcFirstLastPara="1" wrap="square" lIns="0" tIns="45700" rIns="0" bIns="45700" anchor="t" anchorCtr="0">
            <a:noAutofit/>
          </a:bodyPr>
          <a:lstStyle>
            <a:lvl1pPr lvl="0" algn="l">
              <a:lnSpc>
                <a:spcPct val="90000"/>
              </a:lnSpc>
              <a:spcBef>
                <a:spcPts val="0"/>
              </a:spcBef>
              <a:spcAft>
                <a:spcPts val="0"/>
              </a:spcAft>
              <a:buClr>
                <a:schemeClr val="lt1"/>
              </a:buClr>
              <a:buSzPts val="5400"/>
              <a:buFont typeface="Arial"/>
              <a:buNone/>
              <a:defRPr sz="5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9"/>
          <p:cNvSpPr txBox="1">
            <a:spLocks noGrp="1"/>
          </p:cNvSpPr>
          <p:nvPr>
            <p:ph type="subTitle" idx="1"/>
          </p:nvPr>
        </p:nvSpPr>
        <p:spPr>
          <a:xfrm>
            <a:off x="752476" y="3922578"/>
            <a:ext cx="7486809" cy="453127"/>
          </a:xfrm>
          <a:prstGeom prst="rect">
            <a:avLst/>
          </a:prstGeom>
          <a:noFill/>
          <a:ln>
            <a:noFill/>
          </a:ln>
        </p:spPr>
        <p:txBody>
          <a:bodyPr spcFirstLastPara="1" wrap="square" lIns="0" tIns="45700" rIns="0" bIns="45700" anchor="ctr" anchorCtr="0">
            <a:normAutofit/>
          </a:bodyPr>
          <a:lstStyle>
            <a:lvl1pPr lvl="0" algn="l">
              <a:lnSpc>
                <a:spcPct val="90000"/>
              </a:lnSpc>
              <a:spcBef>
                <a:spcPts val="1000"/>
              </a:spcBef>
              <a:spcAft>
                <a:spcPts val="0"/>
              </a:spcAft>
              <a:buClr>
                <a:schemeClr val="lt1"/>
              </a:buClr>
              <a:buSzPts val="2400"/>
              <a:buNone/>
              <a:defRPr sz="2400" b="0" i="0">
                <a:solidFill>
                  <a:schemeClr val="lt1"/>
                </a:solidFill>
                <a:latin typeface="Arial"/>
                <a:ea typeface="Arial"/>
                <a:cs typeface="Arial"/>
                <a:sym typeface="Arial"/>
              </a:defRPr>
            </a:lvl1pPr>
            <a:lvl2pPr lvl="1" algn="ctr">
              <a:lnSpc>
                <a:spcPct val="90000"/>
              </a:lnSpc>
              <a:spcBef>
                <a:spcPts val="500"/>
              </a:spcBef>
              <a:spcAft>
                <a:spcPts val="0"/>
              </a:spcAft>
              <a:buClr>
                <a:schemeClr val="lt2"/>
              </a:buClr>
              <a:buSzPts val="2000"/>
              <a:buNone/>
              <a:defRPr sz="2000"/>
            </a:lvl2pPr>
            <a:lvl3pPr lvl="2" algn="ctr">
              <a:lnSpc>
                <a:spcPct val="90000"/>
              </a:lnSpc>
              <a:spcBef>
                <a:spcPts val="500"/>
              </a:spcBef>
              <a:spcAft>
                <a:spcPts val="0"/>
              </a:spcAft>
              <a:buClr>
                <a:schemeClr val="lt2"/>
              </a:buClr>
              <a:buSzPts val="1800"/>
              <a:buNone/>
              <a:defRPr sz="1800"/>
            </a:lvl3pPr>
            <a:lvl4pPr lvl="3" algn="ctr">
              <a:lnSpc>
                <a:spcPct val="90000"/>
              </a:lnSpc>
              <a:spcBef>
                <a:spcPts val="500"/>
              </a:spcBef>
              <a:spcAft>
                <a:spcPts val="0"/>
              </a:spcAft>
              <a:buClr>
                <a:schemeClr val="lt2"/>
              </a:buClr>
              <a:buSzPts val="1600"/>
              <a:buNone/>
              <a:defRPr sz="1600"/>
            </a:lvl4pPr>
            <a:lvl5pPr lvl="4" algn="ctr">
              <a:lnSpc>
                <a:spcPct val="90000"/>
              </a:lnSpc>
              <a:spcBef>
                <a:spcPts val="500"/>
              </a:spcBef>
              <a:spcAft>
                <a:spcPts val="0"/>
              </a:spcAft>
              <a:buClr>
                <a:schemeClr val="lt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9"/>
          <p:cNvSpPr/>
          <p:nvPr/>
        </p:nvSpPr>
        <p:spPr>
          <a:xfrm>
            <a:off x="752731" y="1752963"/>
            <a:ext cx="2282569" cy="15741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9"/>
          <p:cNvSpPr/>
          <p:nvPr/>
        </p:nvSpPr>
        <p:spPr>
          <a:xfrm>
            <a:off x="7978907" y="4188578"/>
            <a:ext cx="3460362" cy="266942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9"/>
          <p:cNvSpPr txBox="1"/>
          <p:nvPr/>
        </p:nvSpPr>
        <p:spPr>
          <a:xfrm>
            <a:off x="752730" y="5300080"/>
            <a:ext cx="7486809" cy="374485"/>
          </a:xfrm>
          <a:prstGeom prst="rect">
            <a:avLst/>
          </a:prstGeom>
          <a:noFill/>
          <a:ln>
            <a:noFill/>
          </a:ln>
        </p:spPr>
        <p:txBody>
          <a:bodyPr spcFirstLastPara="1" wrap="square" lIns="0" tIns="45700" rIns="0" bIns="45700" anchor="ctr" anchorCtr="0">
            <a:normAutofit/>
          </a:bodyPr>
          <a:lstStyle/>
          <a:p>
            <a:pPr marL="0" marR="0" lvl="0" indent="0" algn="l" rtl="0">
              <a:lnSpc>
                <a:spcPct val="90000"/>
              </a:lnSpc>
              <a:spcBef>
                <a:spcPts val="0"/>
              </a:spcBef>
              <a:spcAft>
                <a:spcPts val="0"/>
              </a:spcAft>
              <a:buClr>
                <a:schemeClr val="lt1"/>
              </a:buClr>
              <a:buSzPts val="1800"/>
              <a:buFont typeface="Arial"/>
              <a:buNone/>
            </a:pPr>
            <a:r>
              <a:rPr lang="en-US" sz="1800" b="0" i="0" u="none" strike="noStrike" cap="none">
                <a:solidFill>
                  <a:schemeClr val="lt1"/>
                </a:solidFill>
                <a:latin typeface="Arial"/>
                <a:ea typeface="Arial"/>
                <a:cs typeface="Arial"/>
                <a:sym typeface="Arial"/>
              </a:rPr>
              <a:t>Presented by Cambium Assessment</a:t>
            </a:r>
            <a:endParaRPr sz="1400" b="0" i="0" u="none" strike="noStrike" cap="none">
              <a:solidFill>
                <a:srgbClr val="000000"/>
              </a:solidFill>
              <a:latin typeface="Arial"/>
              <a:ea typeface="Arial"/>
              <a:cs typeface="Arial"/>
              <a:sym typeface="Arial"/>
            </a:endParaRPr>
          </a:p>
        </p:txBody>
      </p:sp>
      <p:sp>
        <p:nvSpPr>
          <p:cNvPr id="21" name="Google Shape;21;p9"/>
          <p:cNvSpPr txBox="1">
            <a:spLocks noGrp="1"/>
          </p:cNvSpPr>
          <p:nvPr>
            <p:ph type="body" idx="2"/>
          </p:nvPr>
        </p:nvSpPr>
        <p:spPr>
          <a:xfrm>
            <a:off x="752476" y="4906476"/>
            <a:ext cx="7486808" cy="402505"/>
          </a:xfrm>
          <a:prstGeom prst="rect">
            <a:avLst/>
          </a:prstGeom>
          <a:noFill/>
          <a:ln>
            <a:noFill/>
          </a:ln>
        </p:spPr>
        <p:txBody>
          <a:bodyPr spcFirstLastPara="1" wrap="square" lIns="0" tIns="45700" rIns="0" bIns="45700" anchor="ctr" anchorCtr="0">
            <a:normAutofit/>
          </a:bodyPr>
          <a:lstStyle>
            <a:lvl1pPr marL="457200" lvl="0" indent="-228600" algn="l">
              <a:lnSpc>
                <a:spcPct val="90000"/>
              </a:lnSpc>
              <a:spcBef>
                <a:spcPts val="1000"/>
              </a:spcBef>
              <a:spcAft>
                <a:spcPts val="0"/>
              </a:spcAft>
              <a:buClr>
                <a:schemeClr val="lt1"/>
              </a:buClr>
              <a:buSzPts val="1800"/>
              <a:buNone/>
              <a:defRPr sz="1800" b="0" i="0">
                <a:solidFill>
                  <a:schemeClr val="lt1"/>
                </a:solidFill>
                <a:latin typeface="Arial"/>
                <a:ea typeface="Arial"/>
                <a:cs typeface="Arial"/>
                <a:sym typeface="Arial"/>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Clr>
                <a:schemeClr val="lt2"/>
              </a:buClr>
              <a:buSzPts val="1800"/>
              <a:buChar char="•"/>
              <a:defRPr/>
            </a:lvl4pPr>
            <a:lvl5pPr marL="2286000" lvl="4" indent="-342900" algn="l">
              <a:lnSpc>
                <a:spcPct val="90000"/>
              </a:lnSpc>
              <a:spcBef>
                <a:spcPts val="500"/>
              </a:spcBef>
              <a:spcAft>
                <a:spcPts val="0"/>
              </a:spcAft>
              <a:buClr>
                <a:schemeClr val="l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9"/>
          <p:cNvSpPr txBox="1">
            <a:spLocks noGrp="1"/>
          </p:cNvSpPr>
          <p:nvPr>
            <p:ph type="body" idx="3"/>
          </p:nvPr>
        </p:nvSpPr>
        <p:spPr>
          <a:xfrm>
            <a:off x="752476" y="5664912"/>
            <a:ext cx="7486808" cy="402505"/>
          </a:xfrm>
          <a:prstGeom prst="rect">
            <a:avLst/>
          </a:prstGeom>
          <a:noFill/>
          <a:ln>
            <a:noFill/>
          </a:ln>
        </p:spPr>
        <p:txBody>
          <a:bodyPr spcFirstLastPara="1" wrap="square" lIns="0" tIns="45700" rIns="0" bIns="45700" anchor="ctr" anchorCtr="0">
            <a:normAutofit/>
          </a:bodyPr>
          <a:lstStyle>
            <a:lvl1pPr marL="457200" lvl="0" indent="-228600" algn="l">
              <a:lnSpc>
                <a:spcPct val="90000"/>
              </a:lnSpc>
              <a:spcBef>
                <a:spcPts val="1000"/>
              </a:spcBef>
              <a:spcAft>
                <a:spcPts val="0"/>
              </a:spcAft>
              <a:buClr>
                <a:schemeClr val="lt1"/>
              </a:buClr>
              <a:buSzPts val="1800"/>
              <a:buNone/>
              <a:defRPr sz="1800" b="0" i="0">
                <a:solidFill>
                  <a:schemeClr val="lt1"/>
                </a:solidFill>
                <a:latin typeface="Arial"/>
                <a:ea typeface="Arial"/>
                <a:cs typeface="Arial"/>
                <a:sym typeface="Arial"/>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Clr>
                <a:schemeClr val="lt2"/>
              </a:buClr>
              <a:buSzPts val="1800"/>
              <a:buChar char="•"/>
              <a:defRPr/>
            </a:lvl4pPr>
            <a:lvl5pPr marL="2286000" lvl="4" indent="-342900" algn="l">
              <a:lnSpc>
                <a:spcPct val="90000"/>
              </a:lnSpc>
              <a:spcBef>
                <a:spcPts val="500"/>
              </a:spcBef>
              <a:spcAft>
                <a:spcPts val="0"/>
              </a:spcAft>
              <a:buClr>
                <a:schemeClr val="l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xt - White">
  <p:cSld name="Text - White">
    <p:bg>
      <p:bgPr>
        <a:solidFill>
          <a:schemeClr val="lt1"/>
        </a:solidFill>
        <a:effectLst/>
      </p:bgPr>
    </p:bg>
    <p:spTree>
      <p:nvGrpSpPr>
        <p:cNvPr id="1" name="Shape 23"/>
        <p:cNvGrpSpPr/>
        <p:nvPr/>
      </p:nvGrpSpPr>
      <p:grpSpPr>
        <a:xfrm>
          <a:off x="0" y="0"/>
          <a:ext cx="0" cy="0"/>
          <a:chOff x="0" y="0"/>
          <a:chExt cx="0" cy="0"/>
        </a:xfrm>
      </p:grpSpPr>
      <p:sp>
        <p:nvSpPr>
          <p:cNvPr id="24" name="Google Shape;24;p10"/>
          <p:cNvSpPr txBox="1">
            <a:spLocks noGrp="1"/>
          </p:cNvSpPr>
          <p:nvPr>
            <p:ph type="title"/>
          </p:nvPr>
        </p:nvSpPr>
        <p:spPr>
          <a:xfrm>
            <a:off x="288235" y="258417"/>
            <a:ext cx="9601200" cy="538417"/>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0"/>
          <p:cNvSpPr txBox="1">
            <a:spLocks noGrp="1"/>
          </p:cNvSpPr>
          <p:nvPr>
            <p:ph type="body" idx="1"/>
          </p:nvPr>
        </p:nvSpPr>
        <p:spPr>
          <a:xfrm>
            <a:off x="288235" y="1136469"/>
            <a:ext cx="11598965" cy="5040495"/>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000"/>
              </a:spcBef>
              <a:spcAft>
                <a:spcPts val="0"/>
              </a:spcAft>
              <a:buClr>
                <a:schemeClr val="lt2"/>
              </a:buClr>
              <a:buSzPts val="1800"/>
              <a:buChar char="•"/>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Clr>
                <a:schemeClr val="lt2"/>
              </a:buClr>
              <a:buSzPts val="1800"/>
              <a:buChar char="•"/>
              <a:defRPr/>
            </a:lvl4pPr>
            <a:lvl5pPr marL="2286000" lvl="4" indent="-342900" algn="l">
              <a:lnSpc>
                <a:spcPct val="90000"/>
              </a:lnSpc>
              <a:spcBef>
                <a:spcPts val="500"/>
              </a:spcBef>
              <a:spcAft>
                <a:spcPts val="0"/>
              </a:spcAft>
              <a:buClr>
                <a:schemeClr val="l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26" name="Google Shape;26;p10"/>
          <p:cNvCxnSpPr/>
          <p:nvPr/>
        </p:nvCxnSpPr>
        <p:spPr>
          <a:xfrm>
            <a:off x="288235" y="975206"/>
            <a:ext cx="11598965" cy="0"/>
          </a:xfrm>
          <a:prstGeom prst="straightConnector1">
            <a:avLst/>
          </a:prstGeom>
          <a:noFill/>
          <a:ln w="19050" cap="flat" cmpd="sng">
            <a:solidFill>
              <a:schemeClr val="accent2"/>
            </a:solidFill>
            <a:prstDash val="solid"/>
            <a:miter lim="0"/>
            <a:headEnd type="none" w="sm" len="sm"/>
            <a:tailEnd type="none" w="sm" len="sm"/>
          </a:ln>
        </p:spPr>
      </p:cxnSp>
      <p:sp>
        <p:nvSpPr>
          <p:cNvPr id="27" name="Google Shape;27;p10"/>
          <p:cNvSpPr/>
          <p:nvPr/>
        </p:nvSpPr>
        <p:spPr>
          <a:xfrm>
            <a:off x="10379765" y="477446"/>
            <a:ext cx="1524000" cy="10510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p:cSld name="Section">
    <p:bg>
      <p:bgPr>
        <a:gradFill>
          <a:gsLst>
            <a:gs pos="0">
              <a:schemeClr val="dk2"/>
            </a:gs>
            <a:gs pos="25000">
              <a:schemeClr val="dk2"/>
            </a:gs>
            <a:gs pos="100000">
              <a:schemeClr val="accent1"/>
            </a:gs>
          </a:gsLst>
          <a:lin ang="4200000" scaled="0"/>
        </a:gradFill>
        <a:effectLst/>
      </p:bgPr>
    </p:bg>
    <p:spTree>
      <p:nvGrpSpPr>
        <p:cNvPr id="1" name="Shape 28"/>
        <p:cNvGrpSpPr/>
        <p:nvPr/>
      </p:nvGrpSpPr>
      <p:grpSpPr>
        <a:xfrm>
          <a:off x="0" y="0"/>
          <a:ext cx="0" cy="0"/>
          <a:chOff x="0" y="0"/>
          <a:chExt cx="0" cy="0"/>
        </a:xfrm>
      </p:grpSpPr>
      <p:sp>
        <p:nvSpPr>
          <p:cNvPr id="29" name="Google Shape;29;p11"/>
          <p:cNvSpPr txBox="1">
            <a:spLocks noGrp="1"/>
          </p:cNvSpPr>
          <p:nvPr>
            <p:ph type="ctrTitle"/>
          </p:nvPr>
        </p:nvSpPr>
        <p:spPr>
          <a:xfrm>
            <a:off x="752730" y="2153282"/>
            <a:ext cx="9915269" cy="1769295"/>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lt1"/>
              </a:buClr>
              <a:buSzPts val="4400"/>
              <a:buFont typeface="Arial"/>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1"/>
          <p:cNvSpPr txBox="1">
            <a:spLocks noGrp="1"/>
          </p:cNvSpPr>
          <p:nvPr>
            <p:ph type="subTitle" idx="1"/>
          </p:nvPr>
        </p:nvSpPr>
        <p:spPr>
          <a:xfrm>
            <a:off x="752476" y="3922578"/>
            <a:ext cx="9915269" cy="1943650"/>
          </a:xfrm>
          <a:prstGeom prst="rect">
            <a:avLst/>
          </a:prstGeom>
          <a:noFill/>
          <a:ln>
            <a:noFill/>
          </a:ln>
        </p:spPr>
        <p:txBody>
          <a:bodyPr spcFirstLastPara="1" wrap="square" lIns="0" tIns="45700" rIns="0" bIns="45700" anchor="t" anchorCtr="0">
            <a:normAutofit/>
          </a:bodyPr>
          <a:lstStyle>
            <a:lvl1pPr lvl="0" algn="l">
              <a:lnSpc>
                <a:spcPct val="90000"/>
              </a:lnSpc>
              <a:spcBef>
                <a:spcPts val="1000"/>
              </a:spcBef>
              <a:spcAft>
                <a:spcPts val="0"/>
              </a:spcAft>
              <a:buClr>
                <a:schemeClr val="lt1"/>
              </a:buClr>
              <a:buSzPts val="1800"/>
              <a:buNone/>
              <a:defRPr sz="1800" b="0" i="0">
                <a:solidFill>
                  <a:schemeClr val="lt1"/>
                </a:solidFill>
                <a:latin typeface="Arial"/>
                <a:ea typeface="Arial"/>
                <a:cs typeface="Arial"/>
                <a:sym typeface="Arial"/>
              </a:defRPr>
            </a:lvl1pPr>
            <a:lvl2pPr lvl="1" algn="ctr">
              <a:lnSpc>
                <a:spcPct val="90000"/>
              </a:lnSpc>
              <a:spcBef>
                <a:spcPts val="500"/>
              </a:spcBef>
              <a:spcAft>
                <a:spcPts val="0"/>
              </a:spcAft>
              <a:buClr>
                <a:schemeClr val="lt2"/>
              </a:buClr>
              <a:buSzPts val="2000"/>
              <a:buNone/>
              <a:defRPr sz="2000"/>
            </a:lvl2pPr>
            <a:lvl3pPr lvl="2" algn="ctr">
              <a:lnSpc>
                <a:spcPct val="90000"/>
              </a:lnSpc>
              <a:spcBef>
                <a:spcPts val="500"/>
              </a:spcBef>
              <a:spcAft>
                <a:spcPts val="0"/>
              </a:spcAft>
              <a:buClr>
                <a:schemeClr val="lt2"/>
              </a:buClr>
              <a:buSzPts val="1800"/>
              <a:buNone/>
              <a:defRPr sz="1800"/>
            </a:lvl3pPr>
            <a:lvl4pPr lvl="3" algn="ctr">
              <a:lnSpc>
                <a:spcPct val="90000"/>
              </a:lnSpc>
              <a:spcBef>
                <a:spcPts val="500"/>
              </a:spcBef>
              <a:spcAft>
                <a:spcPts val="0"/>
              </a:spcAft>
              <a:buClr>
                <a:schemeClr val="lt2"/>
              </a:buClr>
              <a:buSzPts val="1600"/>
              <a:buNone/>
              <a:defRPr sz="1600"/>
            </a:lvl4pPr>
            <a:lvl5pPr lvl="4" algn="ctr">
              <a:lnSpc>
                <a:spcPct val="90000"/>
              </a:lnSpc>
              <a:spcBef>
                <a:spcPts val="500"/>
              </a:spcBef>
              <a:spcAft>
                <a:spcPts val="0"/>
              </a:spcAft>
              <a:buClr>
                <a:schemeClr val="lt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1" name="Google Shape;31;p11"/>
          <p:cNvSpPr/>
          <p:nvPr/>
        </p:nvSpPr>
        <p:spPr>
          <a:xfrm>
            <a:off x="3333535" y="2322576"/>
            <a:ext cx="13144049" cy="5138928"/>
          </a:xfrm>
          <a:custGeom>
            <a:avLst/>
            <a:gdLst/>
            <a:ahLst/>
            <a:cxnLst/>
            <a:rect l="l" t="t" r="r" b="b"/>
            <a:pathLst>
              <a:path w="12028005" h="4702588" extrusionOk="0">
                <a:moveTo>
                  <a:pt x="3478417" y="4702589"/>
                </a:moveTo>
                <a:lnTo>
                  <a:pt x="3477201" y="4700395"/>
                </a:lnTo>
                <a:lnTo>
                  <a:pt x="12026786" y="0"/>
                </a:lnTo>
                <a:lnTo>
                  <a:pt x="12028005" y="2217"/>
                </a:lnTo>
                <a:lnTo>
                  <a:pt x="3478417" y="4702589"/>
                </a:lnTo>
                <a:close/>
                <a:moveTo>
                  <a:pt x="3399337" y="4702589"/>
                </a:moveTo>
                <a:lnTo>
                  <a:pt x="3398121" y="4700395"/>
                </a:lnTo>
                <a:lnTo>
                  <a:pt x="11947691" y="0"/>
                </a:lnTo>
                <a:lnTo>
                  <a:pt x="11948910" y="2217"/>
                </a:lnTo>
                <a:lnTo>
                  <a:pt x="3399337" y="4702589"/>
                </a:lnTo>
                <a:close/>
                <a:moveTo>
                  <a:pt x="3320333" y="4702589"/>
                </a:moveTo>
                <a:lnTo>
                  <a:pt x="3319114" y="4700395"/>
                </a:lnTo>
                <a:lnTo>
                  <a:pt x="11868717" y="0"/>
                </a:lnTo>
                <a:lnTo>
                  <a:pt x="11869936" y="2217"/>
                </a:lnTo>
                <a:lnTo>
                  <a:pt x="3320333" y="4702589"/>
                </a:lnTo>
                <a:close/>
                <a:moveTo>
                  <a:pt x="3241326" y="4702589"/>
                </a:moveTo>
                <a:lnTo>
                  <a:pt x="3240103" y="4700395"/>
                </a:lnTo>
                <a:lnTo>
                  <a:pt x="11789682" y="0"/>
                </a:lnTo>
                <a:lnTo>
                  <a:pt x="11790902" y="2217"/>
                </a:lnTo>
                <a:lnTo>
                  <a:pt x="3241326" y="4702589"/>
                </a:lnTo>
                <a:close/>
                <a:moveTo>
                  <a:pt x="3162318" y="4702589"/>
                </a:moveTo>
                <a:lnTo>
                  <a:pt x="3161099" y="4700395"/>
                </a:lnTo>
                <a:lnTo>
                  <a:pt x="11710678" y="0"/>
                </a:lnTo>
                <a:lnTo>
                  <a:pt x="11711897" y="2217"/>
                </a:lnTo>
                <a:lnTo>
                  <a:pt x="3162318" y="4702589"/>
                </a:lnTo>
                <a:close/>
                <a:moveTo>
                  <a:pt x="3083235" y="4702589"/>
                </a:moveTo>
                <a:lnTo>
                  <a:pt x="3082019" y="4700395"/>
                </a:lnTo>
                <a:lnTo>
                  <a:pt x="11631613" y="0"/>
                </a:lnTo>
                <a:lnTo>
                  <a:pt x="11632832" y="2217"/>
                </a:lnTo>
                <a:lnTo>
                  <a:pt x="3083235" y="4702589"/>
                </a:lnTo>
                <a:close/>
                <a:moveTo>
                  <a:pt x="3004231" y="4702589"/>
                </a:moveTo>
                <a:lnTo>
                  <a:pt x="3003012" y="4700395"/>
                </a:lnTo>
                <a:lnTo>
                  <a:pt x="11552578" y="0"/>
                </a:lnTo>
                <a:lnTo>
                  <a:pt x="11553798" y="2217"/>
                </a:lnTo>
                <a:lnTo>
                  <a:pt x="3004231" y="4702589"/>
                </a:lnTo>
                <a:close/>
                <a:moveTo>
                  <a:pt x="2925224" y="4702589"/>
                </a:moveTo>
                <a:lnTo>
                  <a:pt x="2924004" y="4700395"/>
                </a:lnTo>
                <a:lnTo>
                  <a:pt x="11473605" y="0"/>
                </a:lnTo>
                <a:lnTo>
                  <a:pt x="11474824" y="2217"/>
                </a:lnTo>
                <a:lnTo>
                  <a:pt x="2925224" y="4702589"/>
                </a:lnTo>
                <a:close/>
                <a:moveTo>
                  <a:pt x="2846216" y="4702589"/>
                </a:moveTo>
                <a:lnTo>
                  <a:pt x="2844997" y="4700395"/>
                </a:lnTo>
                <a:lnTo>
                  <a:pt x="11394570" y="0"/>
                </a:lnTo>
                <a:lnTo>
                  <a:pt x="11395789" y="2217"/>
                </a:lnTo>
                <a:lnTo>
                  <a:pt x="2846216" y="4702589"/>
                </a:lnTo>
                <a:close/>
                <a:moveTo>
                  <a:pt x="2767133" y="4702589"/>
                </a:moveTo>
                <a:lnTo>
                  <a:pt x="2765917" y="4700395"/>
                </a:lnTo>
                <a:lnTo>
                  <a:pt x="11315505" y="0"/>
                </a:lnTo>
                <a:lnTo>
                  <a:pt x="11316724" y="2217"/>
                </a:lnTo>
                <a:lnTo>
                  <a:pt x="2767133" y="4702589"/>
                </a:lnTo>
                <a:close/>
                <a:moveTo>
                  <a:pt x="2688129" y="4702589"/>
                </a:moveTo>
                <a:lnTo>
                  <a:pt x="2686910" y="4700395"/>
                </a:lnTo>
                <a:lnTo>
                  <a:pt x="11236501" y="0"/>
                </a:lnTo>
                <a:lnTo>
                  <a:pt x="11237720" y="2217"/>
                </a:lnTo>
                <a:lnTo>
                  <a:pt x="2688129" y="4702589"/>
                </a:lnTo>
                <a:close/>
                <a:moveTo>
                  <a:pt x="2609122" y="4702589"/>
                </a:moveTo>
                <a:lnTo>
                  <a:pt x="2607902" y="4700395"/>
                </a:lnTo>
                <a:lnTo>
                  <a:pt x="11157466" y="0"/>
                </a:lnTo>
                <a:lnTo>
                  <a:pt x="11158685" y="2217"/>
                </a:lnTo>
                <a:lnTo>
                  <a:pt x="2609122" y="4702589"/>
                </a:lnTo>
                <a:close/>
                <a:moveTo>
                  <a:pt x="2530117" y="4702589"/>
                </a:moveTo>
                <a:lnTo>
                  <a:pt x="2528898" y="4700395"/>
                </a:lnTo>
                <a:lnTo>
                  <a:pt x="11078492" y="0"/>
                </a:lnTo>
                <a:lnTo>
                  <a:pt x="11079712" y="2217"/>
                </a:lnTo>
                <a:lnTo>
                  <a:pt x="2530117" y="4702589"/>
                </a:lnTo>
                <a:close/>
                <a:moveTo>
                  <a:pt x="2451034" y="4702589"/>
                </a:moveTo>
                <a:lnTo>
                  <a:pt x="2449815" y="4700395"/>
                </a:lnTo>
                <a:lnTo>
                  <a:pt x="10999397" y="0"/>
                </a:lnTo>
                <a:lnTo>
                  <a:pt x="11000616" y="2217"/>
                </a:lnTo>
                <a:lnTo>
                  <a:pt x="2451034" y="4702589"/>
                </a:lnTo>
                <a:close/>
                <a:moveTo>
                  <a:pt x="2372027" y="4702589"/>
                </a:moveTo>
                <a:lnTo>
                  <a:pt x="2370808" y="4700395"/>
                </a:lnTo>
                <a:lnTo>
                  <a:pt x="10920393" y="0"/>
                </a:lnTo>
                <a:lnTo>
                  <a:pt x="10921612" y="2217"/>
                </a:lnTo>
                <a:lnTo>
                  <a:pt x="2372027" y="4702589"/>
                </a:lnTo>
                <a:close/>
                <a:moveTo>
                  <a:pt x="2293017" y="4702589"/>
                </a:moveTo>
                <a:lnTo>
                  <a:pt x="2291797" y="4700395"/>
                </a:lnTo>
                <a:lnTo>
                  <a:pt x="10841389" y="0"/>
                </a:lnTo>
                <a:lnTo>
                  <a:pt x="10842608" y="2217"/>
                </a:lnTo>
                <a:lnTo>
                  <a:pt x="2293017" y="4702589"/>
                </a:lnTo>
                <a:close/>
                <a:moveTo>
                  <a:pt x="2214009" y="4702589"/>
                </a:moveTo>
                <a:lnTo>
                  <a:pt x="2212790" y="4700395"/>
                </a:lnTo>
                <a:lnTo>
                  <a:pt x="10762354" y="0"/>
                </a:lnTo>
                <a:lnTo>
                  <a:pt x="10763573" y="2217"/>
                </a:lnTo>
                <a:lnTo>
                  <a:pt x="2214009" y="4702589"/>
                </a:lnTo>
                <a:close/>
                <a:moveTo>
                  <a:pt x="2134929" y="4702589"/>
                </a:moveTo>
                <a:lnTo>
                  <a:pt x="2133710" y="4700395"/>
                </a:lnTo>
                <a:lnTo>
                  <a:pt x="10683289" y="0"/>
                </a:lnTo>
                <a:lnTo>
                  <a:pt x="10684508" y="2217"/>
                </a:lnTo>
                <a:lnTo>
                  <a:pt x="2134929" y="4702589"/>
                </a:lnTo>
                <a:close/>
                <a:moveTo>
                  <a:pt x="2055922" y="4702589"/>
                </a:moveTo>
                <a:lnTo>
                  <a:pt x="2054703" y="4700395"/>
                </a:lnTo>
                <a:lnTo>
                  <a:pt x="10604285" y="0"/>
                </a:lnTo>
                <a:lnTo>
                  <a:pt x="10605504" y="2217"/>
                </a:lnTo>
                <a:lnTo>
                  <a:pt x="2055922" y="4702589"/>
                </a:lnTo>
                <a:close/>
                <a:moveTo>
                  <a:pt x="1976915" y="4702589"/>
                </a:moveTo>
                <a:lnTo>
                  <a:pt x="1975695" y="4700395"/>
                </a:lnTo>
                <a:lnTo>
                  <a:pt x="10525280" y="0"/>
                </a:lnTo>
                <a:lnTo>
                  <a:pt x="10526500" y="2217"/>
                </a:lnTo>
                <a:lnTo>
                  <a:pt x="1976915" y="4702589"/>
                </a:lnTo>
                <a:close/>
                <a:moveTo>
                  <a:pt x="1897910" y="4702589"/>
                </a:moveTo>
                <a:lnTo>
                  <a:pt x="1896691" y="4700395"/>
                </a:lnTo>
                <a:lnTo>
                  <a:pt x="10446276" y="0"/>
                </a:lnTo>
                <a:lnTo>
                  <a:pt x="10447496" y="2217"/>
                </a:lnTo>
                <a:lnTo>
                  <a:pt x="1897910" y="4702589"/>
                </a:lnTo>
                <a:close/>
                <a:moveTo>
                  <a:pt x="1818827" y="4702589"/>
                </a:moveTo>
                <a:lnTo>
                  <a:pt x="1817608" y="4700395"/>
                </a:lnTo>
                <a:lnTo>
                  <a:pt x="10367211" y="0"/>
                </a:lnTo>
                <a:lnTo>
                  <a:pt x="10368430" y="2217"/>
                </a:lnTo>
                <a:lnTo>
                  <a:pt x="1818827" y="4702589"/>
                </a:lnTo>
                <a:close/>
                <a:moveTo>
                  <a:pt x="1739820" y="4702589"/>
                </a:moveTo>
                <a:lnTo>
                  <a:pt x="1738601" y="4700395"/>
                </a:lnTo>
                <a:lnTo>
                  <a:pt x="10288177" y="0"/>
                </a:lnTo>
                <a:lnTo>
                  <a:pt x="10289396" y="2217"/>
                </a:lnTo>
                <a:lnTo>
                  <a:pt x="1739820" y="4702589"/>
                </a:lnTo>
                <a:close/>
                <a:moveTo>
                  <a:pt x="1660816" y="4702589"/>
                </a:moveTo>
                <a:lnTo>
                  <a:pt x="1659596" y="4700395"/>
                </a:lnTo>
                <a:lnTo>
                  <a:pt x="10209172" y="0"/>
                </a:lnTo>
                <a:lnTo>
                  <a:pt x="10210392" y="2217"/>
                </a:lnTo>
                <a:lnTo>
                  <a:pt x="1660816" y="4702589"/>
                </a:lnTo>
                <a:close/>
                <a:moveTo>
                  <a:pt x="1581808" y="4702589"/>
                </a:moveTo>
                <a:lnTo>
                  <a:pt x="1580589" y="4700395"/>
                </a:lnTo>
                <a:lnTo>
                  <a:pt x="10130168" y="0"/>
                </a:lnTo>
                <a:lnTo>
                  <a:pt x="10131387" y="2217"/>
                </a:lnTo>
                <a:lnTo>
                  <a:pt x="1581808" y="4702589"/>
                </a:lnTo>
                <a:close/>
                <a:moveTo>
                  <a:pt x="1502725" y="4702589"/>
                </a:moveTo>
                <a:lnTo>
                  <a:pt x="1501506" y="4700395"/>
                </a:lnTo>
                <a:lnTo>
                  <a:pt x="10051073" y="0"/>
                </a:lnTo>
                <a:lnTo>
                  <a:pt x="10052292" y="2217"/>
                </a:lnTo>
                <a:lnTo>
                  <a:pt x="1502725" y="4702589"/>
                </a:lnTo>
                <a:close/>
                <a:moveTo>
                  <a:pt x="1423721" y="4702589"/>
                </a:moveTo>
                <a:lnTo>
                  <a:pt x="1422502" y="4700395"/>
                </a:lnTo>
                <a:lnTo>
                  <a:pt x="9972099" y="0"/>
                </a:lnTo>
                <a:lnTo>
                  <a:pt x="9973318" y="2217"/>
                </a:lnTo>
                <a:lnTo>
                  <a:pt x="1423721" y="4702589"/>
                </a:lnTo>
                <a:close/>
                <a:moveTo>
                  <a:pt x="1344714" y="4702589"/>
                </a:moveTo>
                <a:lnTo>
                  <a:pt x="1343494" y="4700395"/>
                </a:lnTo>
                <a:lnTo>
                  <a:pt x="9893064" y="0"/>
                </a:lnTo>
                <a:lnTo>
                  <a:pt x="9894284" y="2217"/>
                </a:lnTo>
                <a:lnTo>
                  <a:pt x="1344714" y="4702589"/>
                </a:lnTo>
                <a:close/>
                <a:moveTo>
                  <a:pt x="1265630" y="4702589"/>
                </a:moveTo>
                <a:lnTo>
                  <a:pt x="1264411" y="4700395"/>
                </a:lnTo>
                <a:lnTo>
                  <a:pt x="9813999" y="0"/>
                </a:lnTo>
                <a:lnTo>
                  <a:pt x="9815218" y="2217"/>
                </a:lnTo>
                <a:lnTo>
                  <a:pt x="1265630" y="4702589"/>
                </a:lnTo>
                <a:close/>
                <a:moveTo>
                  <a:pt x="1186623" y="4702589"/>
                </a:moveTo>
                <a:lnTo>
                  <a:pt x="1185404" y="4700395"/>
                </a:lnTo>
                <a:lnTo>
                  <a:pt x="9734995" y="0"/>
                </a:lnTo>
                <a:lnTo>
                  <a:pt x="9736214" y="2217"/>
                </a:lnTo>
                <a:lnTo>
                  <a:pt x="1186623" y="4702589"/>
                </a:lnTo>
                <a:close/>
                <a:moveTo>
                  <a:pt x="1107619" y="4702589"/>
                </a:moveTo>
                <a:lnTo>
                  <a:pt x="1106400" y="4700395"/>
                </a:lnTo>
                <a:lnTo>
                  <a:pt x="9655960" y="0"/>
                </a:lnTo>
                <a:lnTo>
                  <a:pt x="9657180" y="2217"/>
                </a:lnTo>
                <a:lnTo>
                  <a:pt x="1107619" y="4702589"/>
                </a:lnTo>
                <a:close/>
                <a:moveTo>
                  <a:pt x="1028609" y="4702589"/>
                </a:moveTo>
                <a:lnTo>
                  <a:pt x="1027389" y="4700395"/>
                </a:lnTo>
                <a:lnTo>
                  <a:pt x="9576987" y="0"/>
                </a:lnTo>
                <a:lnTo>
                  <a:pt x="9578206" y="2217"/>
                </a:lnTo>
                <a:lnTo>
                  <a:pt x="1028609" y="4702589"/>
                </a:lnTo>
                <a:close/>
                <a:moveTo>
                  <a:pt x="949528" y="4702589"/>
                </a:moveTo>
                <a:lnTo>
                  <a:pt x="948309" y="4700395"/>
                </a:lnTo>
                <a:lnTo>
                  <a:pt x="9497891" y="0"/>
                </a:lnTo>
                <a:lnTo>
                  <a:pt x="9499110" y="2217"/>
                </a:lnTo>
                <a:lnTo>
                  <a:pt x="949528" y="4702589"/>
                </a:lnTo>
                <a:close/>
                <a:moveTo>
                  <a:pt x="870521" y="4702589"/>
                </a:moveTo>
                <a:lnTo>
                  <a:pt x="869302" y="4700395"/>
                </a:lnTo>
                <a:lnTo>
                  <a:pt x="9418887" y="0"/>
                </a:lnTo>
                <a:lnTo>
                  <a:pt x="9420106" y="2217"/>
                </a:lnTo>
                <a:lnTo>
                  <a:pt x="870521" y="4702589"/>
                </a:lnTo>
                <a:close/>
                <a:moveTo>
                  <a:pt x="791514" y="4702589"/>
                </a:moveTo>
                <a:lnTo>
                  <a:pt x="790295" y="4700395"/>
                </a:lnTo>
                <a:lnTo>
                  <a:pt x="9339883" y="0"/>
                </a:lnTo>
                <a:lnTo>
                  <a:pt x="9341102" y="2217"/>
                </a:lnTo>
                <a:lnTo>
                  <a:pt x="791514" y="4702589"/>
                </a:lnTo>
                <a:close/>
                <a:moveTo>
                  <a:pt x="712506" y="4702589"/>
                </a:moveTo>
                <a:lnTo>
                  <a:pt x="711287" y="4700395"/>
                </a:lnTo>
                <a:lnTo>
                  <a:pt x="9260848" y="0"/>
                </a:lnTo>
                <a:lnTo>
                  <a:pt x="9262067" y="2217"/>
                </a:lnTo>
                <a:lnTo>
                  <a:pt x="712506" y="4702589"/>
                </a:lnTo>
                <a:close/>
                <a:moveTo>
                  <a:pt x="633422" y="4702589"/>
                </a:moveTo>
                <a:lnTo>
                  <a:pt x="632203" y="4700395"/>
                </a:lnTo>
                <a:lnTo>
                  <a:pt x="9181783" y="0"/>
                </a:lnTo>
                <a:lnTo>
                  <a:pt x="9183002" y="2217"/>
                </a:lnTo>
                <a:lnTo>
                  <a:pt x="633422" y="4702589"/>
                </a:lnTo>
                <a:close/>
                <a:moveTo>
                  <a:pt x="554416" y="4702589"/>
                </a:moveTo>
                <a:lnTo>
                  <a:pt x="553197" y="4700395"/>
                </a:lnTo>
                <a:lnTo>
                  <a:pt x="9102779" y="0"/>
                </a:lnTo>
                <a:lnTo>
                  <a:pt x="9103998" y="2217"/>
                </a:lnTo>
                <a:lnTo>
                  <a:pt x="554416" y="4702589"/>
                </a:lnTo>
                <a:close/>
                <a:moveTo>
                  <a:pt x="475411" y="4702589"/>
                </a:moveTo>
                <a:lnTo>
                  <a:pt x="474192" y="4700395"/>
                </a:lnTo>
                <a:lnTo>
                  <a:pt x="9023775" y="0"/>
                </a:lnTo>
                <a:lnTo>
                  <a:pt x="9024994" y="2217"/>
                </a:lnTo>
                <a:lnTo>
                  <a:pt x="475411" y="4702589"/>
                </a:lnTo>
                <a:close/>
                <a:moveTo>
                  <a:pt x="396404" y="4702589"/>
                </a:moveTo>
                <a:lnTo>
                  <a:pt x="395185" y="4700395"/>
                </a:lnTo>
                <a:lnTo>
                  <a:pt x="8944771" y="0"/>
                </a:lnTo>
                <a:lnTo>
                  <a:pt x="8945990" y="2217"/>
                </a:lnTo>
                <a:lnTo>
                  <a:pt x="396404" y="4702589"/>
                </a:lnTo>
                <a:close/>
                <a:moveTo>
                  <a:pt x="317321" y="4702589"/>
                </a:moveTo>
                <a:lnTo>
                  <a:pt x="316102" y="4700395"/>
                </a:lnTo>
                <a:lnTo>
                  <a:pt x="8865705" y="0"/>
                </a:lnTo>
                <a:lnTo>
                  <a:pt x="8866925" y="2217"/>
                </a:lnTo>
                <a:lnTo>
                  <a:pt x="317321" y="4702589"/>
                </a:lnTo>
                <a:close/>
                <a:moveTo>
                  <a:pt x="238314" y="4702589"/>
                </a:moveTo>
                <a:lnTo>
                  <a:pt x="237095" y="4700395"/>
                </a:lnTo>
                <a:lnTo>
                  <a:pt x="8786671" y="0"/>
                </a:lnTo>
                <a:lnTo>
                  <a:pt x="8787890" y="2217"/>
                </a:lnTo>
                <a:lnTo>
                  <a:pt x="238314" y="4702589"/>
                </a:lnTo>
                <a:close/>
                <a:moveTo>
                  <a:pt x="159310" y="4702589"/>
                </a:moveTo>
                <a:lnTo>
                  <a:pt x="158091" y="4700395"/>
                </a:lnTo>
                <a:lnTo>
                  <a:pt x="8707667" y="0"/>
                </a:lnTo>
                <a:lnTo>
                  <a:pt x="8708886" y="2217"/>
                </a:lnTo>
                <a:lnTo>
                  <a:pt x="159310" y="4702589"/>
                </a:lnTo>
                <a:close/>
                <a:moveTo>
                  <a:pt x="80303" y="4702589"/>
                </a:moveTo>
                <a:lnTo>
                  <a:pt x="79083" y="4700395"/>
                </a:lnTo>
                <a:lnTo>
                  <a:pt x="8628662" y="0"/>
                </a:lnTo>
                <a:lnTo>
                  <a:pt x="8629882" y="2217"/>
                </a:lnTo>
                <a:lnTo>
                  <a:pt x="80303" y="4702589"/>
                </a:lnTo>
                <a:close/>
                <a:moveTo>
                  <a:pt x="1219" y="4702589"/>
                </a:moveTo>
                <a:lnTo>
                  <a:pt x="0" y="4700395"/>
                </a:lnTo>
                <a:lnTo>
                  <a:pt x="8549567" y="0"/>
                </a:lnTo>
                <a:lnTo>
                  <a:pt x="8550786" y="2217"/>
                </a:lnTo>
                <a:lnTo>
                  <a:pt x="1219" y="4702589"/>
                </a:lnTo>
                <a:close/>
              </a:path>
            </a:pathLst>
          </a:custGeom>
          <a:gradFill>
            <a:gsLst>
              <a:gs pos="0">
                <a:schemeClr val="accent1"/>
              </a:gs>
              <a:gs pos="4000">
                <a:schemeClr val="accent1"/>
              </a:gs>
              <a:gs pos="40000">
                <a:schemeClr val="dk2"/>
              </a:gs>
              <a:gs pos="86000">
                <a:schemeClr val="dk1"/>
              </a:gs>
              <a:gs pos="100000">
                <a:schemeClr val="dk1"/>
              </a:gs>
            </a:gsLst>
            <a:lin ang="162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xt - Gradient">
  <p:cSld name="Text - Gradient">
    <p:bg>
      <p:bgPr>
        <a:gradFill>
          <a:gsLst>
            <a:gs pos="0">
              <a:schemeClr val="lt1"/>
            </a:gs>
            <a:gs pos="31000">
              <a:schemeClr val="lt1"/>
            </a:gs>
            <a:gs pos="100000">
              <a:srgbClr val="2C9ED9">
                <a:alpha val="30196"/>
              </a:srgbClr>
            </a:gs>
          </a:gsLst>
          <a:lin ang="5400000" scaled="0"/>
        </a:gradFill>
        <a:effectLst/>
      </p:bgPr>
    </p:bg>
    <p:spTree>
      <p:nvGrpSpPr>
        <p:cNvPr id="1" name="Shape 32"/>
        <p:cNvGrpSpPr/>
        <p:nvPr/>
      </p:nvGrpSpPr>
      <p:grpSpPr>
        <a:xfrm>
          <a:off x="0" y="0"/>
          <a:ext cx="0" cy="0"/>
          <a:chOff x="0" y="0"/>
          <a:chExt cx="0" cy="0"/>
        </a:xfrm>
      </p:grpSpPr>
      <p:sp>
        <p:nvSpPr>
          <p:cNvPr id="33" name="Google Shape;33;p12"/>
          <p:cNvSpPr txBox="1">
            <a:spLocks noGrp="1"/>
          </p:cNvSpPr>
          <p:nvPr>
            <p:ph type="title"/>
          </p:nvPr>
        </p:nvSpPr>
        <p:spPr>
          <a:xfrm>
            <a:off x="288235" y="258417"/>
            <a:ext cx="9601200" cy="538417"/>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2"/>
          <p:cNvSpPr/>
          <p:nvPr/>
        </p:nvSpPr>
        <p:spPr>
          <a:xfrm>
            <a:off x="3333535" y="2322576"/>
            <a:ext cx="13144049" cy="5138928"/>
          </a:xfrm>
          <a:custGeom>
            <a:avLst/>
            <a:gdLst/>
            <a:ahLst/>
            <a:cxnLst/>
            <a:rect l="l" t="t" r="r" b="b"/>
            <a:pathLst>
              <a:path w="12028005" h="4702588" extrusionOk="0">
                <a:moveTo>
                  <a:pt x="3478417" y="4702589"/>
                </a:moveTo>
                <a:lnTo>
                  <a:pt x="3477201" y="4700395"/>
                </a:lnTo>
                <a:lnTo>
                  <a:pt x="12026786" y="0"/>
                </a:lnTo>
                <a:lnTo>
                  <a:pt x="12028005" y="2217"/>
                </a:lnTo>
                <a:lnTo>
                  <a:pt x="3478417" y="4702589"/>
                </a:lnTo>
                <a:close/>
                <a:moveTo>
                  <a:pt x="3399337" y="4702589"/>
                </a:moveTo>
                <a:lnTo>
                  <a:pt x="3398121" y="4700395"/>
                </a:lnTo>
                <a:lnTo>
                  <a:pt x="11947691" y="0"/>
                </a:lnTo>
                <a:lnTo>
                  <a:pt x="11948910" y="2217"/>
                </a:lnTo>
                <a:lnTo>
                  <a:pt x="3399337" y="4702589"/>
                </a:lnTo>
                <a:close/>
                <a:moveTo>
                  <a:pt x="3320333" y="4702589"/>
                </a:moveTo>
                <a:lnTo>
                  <a:pt x="3319114" y="4700395"/>
                </a:lnTo>
                <a:lnTo>
                  <a:pt x="11868717" y="0"/>
                </a:lnTo>
                <a:lnTo>
                  <a:pt x="11869936" y="2217"/>
                </a:lnTo>
                <a:lnTo>
                  <a:pt x="3320333" y="4702589"/>
                </a:lnTo>
                <a:close/>
                <a:moveTo>
                  <a:pt x="3241326" y="4702589"/>
                </a:moveTo>
                <a:lnTo>
                  <a:pt x="3240103" y="4700395"/>
                </a:lnTo>
                <a:lnTo>
                  <a:pt x="11789682" y="0"/>
                </a:lnTo>
                <a:lnTo>
                  <a:pt x="11790902" y="2217"/>
                </a:lnTo>
                <a:lnTo>
                  <a:pt x="3241326" y="4702589"/>
                </a:lnTo>
                <a:close/>
                <a:moveTo>
                  <a:pt x="3162318" y="4702589"/>
                </a:moveTo>
                <a:lnTo>
                  <a:pt x="3161099" y="4700395"/>
                </a:lnTo>
                <a:lnTo>
                  <a:pt x="11710678" y="0"/>
                </a:lnTo>
                <a:lnTo>
                  <a:pt x="11711897" y="2217"/>
                </a:lnTo>
                <a:lnTo>
                  <a:pt x="3162318" y="4702589"/>
                </a:lnTo>
                <a:close/>
                <a:moveTo>
                  <a:pt x="3083235" y="4702589"/>
                </a:moveTo>
                <a:lnTo>
                  <a:pt x="3082019" y="4700395"/>
                </a:lnTo>
                <a:lnTo>
                  <a:pt x="11631613" y="0"/>
                </a:lnTo>
                <a:lnTo>
                  <a:pt x="11632832" y="2217"/>
                </a:lnTo>
                <a:lnTo>
                  <a:pt x="3083235" y="4702589"/>
                </a:lnTo>
                <a:close/>
                <a:moveTo>
                  <a:pt x="3004231" y="4702589"/>
                </a:moveTo>
                <a:lnTo>
                  <a:pt x="3003012" y="4700395"/>
                </a:lnTo>
                <a:lnTo>
                  <a:pt x="11552578" y="0"/>
                </a:lnTo>
                <a:lnTo>
                  <a:pt x="11553798" y="2217"/>
                </a:lnTo>
                <a:lnTo>
                  <a:pt x="3004231" y="4702589"/>
                </a:lnTo>
                <a:close/>
                <a:moveTo>
                  <a:pt x="2925224" y="4702589"/>
                </a:moveTo>
                <a:lnTo>
                  <a:pt x="2924004" y="4700395"/>
                </a:lnTo>
                <a:lnTo>
                  <a:pt x="11473605" y="0"/>
                </a:lnTo>
                <a:lnTo>
                  <a:pt x="11474824" y="2217"/>
                </a:lnTo>
                <a:lnTo>
                  <a:pt x="2925224" y="4702589"/>
                </a:lnTo>
                <a:close/>
                <a:moveTo>
                  <a:pt x="2846216" y="4702589"/>
                </a:moveTo>
                <a:lnTo>
                  <a:pt x="2844997" y="4700395"/>
                </a:lnTo>
                <a:lnTo>
                  <a:pt x="11394570" y="0"/>
                </a:lnTo>
                <a:lnTo>
                  <a:pt x="11395789" y="2217"/>
                </a:lnTo>
                <a:lnTo>
                  <a:pt x="2846216" y="4702589"/>
                </a:lnTo>
                <a:close/>
                <a:moveTo>
                  <a:pt x="2767133" y="4702589"/>
                </a:moveTo>
                <a:lnTo>
                  <a:pt x="2765917" y="4700395"/>
                </a:lnTo>
                <a:lnTo>
                  <a:pt x="11315505" y="0"/>
                </a:lnTo>
                <a:lnTo>
                  <a:pt x="11316724" y="2217"/>
                </a:lnTo>
                <a:lnTo>
                  <a:pt x="2767133" y="4702589"/>
                </a:lnTo>
                <a:close/>
                <a:moveTo>
                  <a:pt x="2688129" y="4702589"/>
                </a:moveTo>
                <a:lnTo>
                  <a:pt x="2686910" y="4700395"/>
                </a:lnTo>
                <a:lnTo>
                  <a:pt x="11236501" y="0"/>
                </a:lnTo>
                <a:lnTo>
                  <a:pt x="11237720" y="2217"/>
                </a:lnTo>
                <a:lnTo>
                  <a:pt x="2688129" y="4702589"/>
                </a:lnTo>
                <a:close/>
                <a:moveTo>
                  <a:pt x="2609122" y="4702589"/>
                </a:moveTo>
                <a:lnTo>
                  <a:pt x="2607902" y="4700395"/>
                </a:lnTo>
                <a:lnTo>
                  <a:pt x="11157466" y="0"/>
                </a:lnTo>
                <a:lnTo>
                  <a:pt x="11158685" y="2217"/>
                </a:lnTo>
                <a:lnTo>
                  <a:pt x="2609122" y="4702589"/>
                </a:lnTo>
                <a:close/>
                <a:moveTo>
                  <a:pt x="2530117" y="4702589"/>
                </a:moveTo>
                <a:lnTo>
                  <a:pt x="2528898" y="4700395"/>
                </a:lnTo>
                <a:lnTo>
                  <a:pt x="11078492" y="0"/>
                </a:lnTo>
                <a:lnTo>
                  <a:pt x="11079712" y="2217"/>
                </a:lnTo>
                <a:lnTo>
                  <a:pt x="2530117" y="4702589"/>
                </a:lnTo>
                <a:close/>
                <a:moveTo>
                  <a:pt x="2451034" y="4702589"/>
                </a:moveTo>
                <a:lnTo>
                  <a:pt x="2449815" y="4700395"/>
                </a:lnTo>
                <a:lnTo>
                  <a:pt x="10999397" y="0"/>
                </a:lnTo>
                <a:lnTo>
                  <a:pt x="11000616" y="2217"/>
                </a:lnTo>
                <a:lnTo>
                  <a:pt x="2451034" y="4702589"/>
                </a:lnTo>
                <a:close/>
                <a:moveTo>
                  <a:pt x="2372027" y="4702589"/>
                </a:moveTo>
                <a:lnTo>
                  <a:pt x="2370808" y="4700395"/>
                </a:lnTo>
                <a:lnTo>
                  <a:pt x="10920393" y="0"/>
                </a:lnTo>
                <a:lnTo>
                  <a:pt x="10921612" y="2217"/>
                </a:lnTo>
                <a:lnTo>
                  <a:pt x="2372027" y="4702589"/>
                </a:lnTo>
                <a:close/>
                <a:moveTo>
                  <a:pt x="2293017" y="4702589"/>
                </a:moveTo>
                <a:lnTo>
                  <a:pt x="2291797" y="4700395"/>
                </a:lnTo>
                <a:lnTo>
                  <a:pt x="10841389" y="0"/>
                </a:lnTo>
                <a:lnTo>
                  <a:pt x="10842608" y="2217"/>
                </a:lnTo>
                <a:lnTo>
                  <a:pt x="2293017" y="4702589"/>
                </a:lnTo>
                <a:close/>
                <a:moveTo>
                  <a:pt x="2214009" y="4702589"/>
                </a:moveTo>
                <a:lnTo>
                  <a:pt x="2212790" y="4700395"/>
                </a:lnTo>
                <a:lnTo>
                  <a:pt x="10762354" y="0"/>
                </a:lnTo>
                <a:lnTo>
                  <a:pt x="10763573" y="2217"/>
                </a:lnTo>
                <a:lnTo>
                  <a:pt x="2214009" y="4702589"/>
                </a:lnTo>
                <a:close/>
                <a:moveTo>
                  <a:pt x="2134929" y="4702589"/>
                </a:moveTo>
                <a:lnTo>
                  <a:pt x="2133710" y="4700395"/>
                </a:lnTo>
                <a:lnTo>
                  <a:pt x="10683289" y="0"/>
                </a:lnTo>
                <a:lnTo>
                  <a:pt x="10684508" y="2217"/>
                </a:lnTo>
                <a:lnTo>
                  <a:pt x="2134929" y="4702589"/>
                </a:lnTo>
                <a:close/>
                <a:moveTo>
                  <a:pt x="2055922" y="4702589"/>
                </a:moveTo>
                <a:lnTo>
                  <a:pt x="2054703" y="4700395"/>
                </a:lnTo>
                <a:lnTo>
                  <a:pt x="10604285" y="0"/>
                </a:lnTo>
                <a:lnTo>
                  <a:pt x="10605504" y="2217"/>
                </a:lnTo>
                <a:lnTo>
                  <a:pt x="2055922" y="4702589"/>
                </a:lnTo>
                <a:close/>
                <a:moveTo>
                  <a:pt x="1976915" y="4702589"/>
                </a:moveTo>
                <a:lnTo>
                  <a:pt x="1975695" y="4700395"/>
                </a:lnTo>
                <a:lnTo>
                  <a:pt x="10525280" y="0"/>
                </a:lnTo>
                <a:lnTo>
                  <a:pt x="10526500" y="2217"/>
                </a:lnTo>
                <a:lnTo>
                  <a:pt x="1976915" y="4702589"/>
                </a:lnTo>
                <a:close/>
                <a:moveTo>
                  <a:pt x="1897910" y="4702589"/>
                </a:moveTo>
                <a:lnTo>
                  <a:pt x="1896691" y="4700395"/>
                </a:lnTo>
                <a:lnTo>
                  <a:pt x="10446276" y="0"/>
                </a:lnTo>
                <a:lnTo>
                  <a:pt x="10447496" y="2217"/>
                </a:lnTo>
                <a:lnTo>
                  <a:pt x="1897910" y="4702589"/>
                </a:lnTo>
                <a:close/>
                <a:moveTo>
                  <a:pt x="1818827" y="4702589"/>
                </a:moveTo>
                <a:lnTo>
                  <a:pt x="1817608" y="4700395"/>
                </a:lnTo>
                <a:lnTo>
                  <a:pt x="10367211" y="0"/>
                </a:lnTo>
                <a:lnTo>
                  <a:pt x="10368430" y="2217"/>
                </a:lnTo>
                <a:lnTo>
                  <a:pt x="1818827" y="4702589"/>
                </a:lnTo>
                <a:close/>
                <a:moveTo>
                  <a:pt x="1739820" y="4702589"/>
                </a:moveTo>
                <a:lnTo>
                  <a:pt x="1738601" y="4700395"/>
                </a:lnTo>
                <a:lnTo>
                  <a:pt x="10288177" y="0"/>
                </a:lnTo>
                <a:lnTo>
                  <a:pt x="10289396" y="2217"/>
                </a:lnTo>
                <a:lnTo>
                  <a:pt x="1739820" y="4702589"/>
                </a:lnTo>
                <a:close/>
                <a:moveTo>
                  <a:pt x="1660816" y="4702589"/>
                </a:moveTo>
                <a:lnTo>
                  <a:pt x="1659596" y="4700395"/>
                </a:lnTo>
                <a:lnTo>
                  <a:pt x="10209172" y="0"/>
                </a:lnTo>
                <a:lnTo>
                  <a:pt x="10210392" y="2217"/>
                </a:lnTo>
                <a:lnTo>
                  <a:pt x="1660816" y="4702589"/>
                </a:lnTo>
                <a:close/>
                <a:moveTo>
                  <a:pt x="1581808" y="4702589"/>
                </a:moveTo>
                <a:lnTo>
                  <a:pt x="1580589" y="4700395"/>
                </a:lnTo>
                <a:lnTo>
                  <a:pt x="10130168" y="0"/>
                </a:lnTo>
                <a:lnTo>
                  <a:pt x="10131387" y="2217"/>
                </a:lnTo>
                <a:lnTo>
                  <a:pt x="1581808" y="4702589"/>
                </a:lnTo>
                <a:close/>
                <a:moveTo>
                  <a:pt x="1502725" y="4702589"/>
                </a:moveTo>
                <a:lnTo>
                  <a:pt x="1501506" y="4700395"/>
                </a:lnTo>
                <a:lnTo>
                  <a:pt x="10051073" y="0"/>
                </a:lnTo>
                <a:lnTo>
                  <a:pt x="10052292" y="2217"/>
                </a:lnTo>
                <a:lnTo>
                  <a:pt x="1502725" y="4702589"/>
                </a:lnTo>
                <a:close/>
                <a:moveTo>
                  <a:pt x="1423721" y="4702589"/>
                </a:moveTo>
                <a:lnTo>
                  <a:pt x="1422502" y="4700395"/>
                </a:lnTo>
                <a:lnTo>
                  <a:pt x="9972099" y="0"/>
                </a:lnTo>
                <a:lnTo>
                  <a:pt x="9973318" y="2217"/>
                </a:lnTo>
                <a:lnTo>
                  <a:pt x="1423721" y="4702589"/>
                </a:lnTo>
                <a:close/>
                <a:moveTo>
                  <a:pt x="1344714" y="4702589"/>
                </a:moveTo>
                <a:lnTo>
                  <a:pt x="1343494" y="4700395"/>
                </a:lnTo>
                <a:lnTo>
                  <a:pt x="9893064" y="0"/>
                </a:lnTo>
                <a:lnTo>
                  <a:pt x="9894284" y="2217"/>
                </a:lnTo>
                <a:lnTo>
                  <a:pt x="1344714" y="4702589"/>
                </a:lnTo>
                <a:close/>
                <a:moveTo>
                  <a:pt x="1265630" y="4702589"/>
                </a:moveTo>
                <a:lnTo>
                  <a:pt x="1264411" y="4700395"/>
                </a:lnTo>
                <a:lnTo>
                  <a:pt x="9813999" y="0"/>
                </a:lnTo>
                <a:lnTo>
                  <a:pt x="9815218" y="2217"/>
                </a:lnTo>
                <a:lnTo>
                  <a:pt x="1265630" y="4702589"/>
                </a:lnTo>
                <a:close/>
                <a:moveTo>
                  <a:pt x="1186623" y="4702589"/>
                </a:moveTo>
                <a:lnTo>
                  <a:pt x="1185404" y="4700395"/>
                </a:lnTo>
                <a:lnTo>
                  <a:pt x="9734995" y="0"/>
                </a:lnTo>
                <a:lnTo>
                  <a:pt x="9736214" y="2217"/>
                </a:lnTo>
                <a:lnTo>
                  <a:pt x="1186623" y="4702589"/>
                </a:lnTo>
                <a:close/>
                <a:moveTo>
                  <a:pt x="1107619" y="4702589"/>
                </a:moveTo>
                <a:lnTo>
                  <a:pt x="1106400" y="4700395"/>
                </a:lnTo>
                <a:lnTo>
                  <a:pt x="9655960" y="0"/>
                </a:lnTo>
                <a:lnTo>
                  <a:pt x="9657180" y="2217"/>
                </a:lnTo>
                <a:lnTo>
                  <a:pt x="1107619" y="4702589"/>
                </a:lnTo>
                <a:close/>
                <a:moveTo>
                  <a:pt x="1028609" y="4702589"/>
                </a:moveTo>
                <a:lnTo>
                  <a:pt x="1027389" y="4700395"/>
                </a:lnTo>
                <a:lnTo>
                  <a:pt x="9576987" y="0"/>
                </a:lnTo>
                <a:lnTo>
                  <a:pt x="9578206" y="2217"/>
                </a:lnTo>
                <a:lnTo>
                  <a:pt x="1028609" y="4702589"/>
                </a:lnTo>
                <a:close/>
                <a:moveTo>
                  <a:pt x="949528" y="4702589"/>
                </a:moveTo>
                <a:lnTo>
                  <a:pt x="948309" y="4700395"/>
                </a:lnTo>
                <a:lnTo>
                  <a:pt x="9497891" y="0"/>
                </a:lnTo>
                <a:lnTo>
                  <a:pt x="9499110" y="2217"/>
                </a:lnTo>
                <a:lnTo>
                  <a:pt x="949528" y="4702589"/>
                </a:lnTo>
                <a:close/>
                <a:moveTo>
                  <a:pt x="870521" y="4702589"/>
                </a:moveTo>
                <a:lnTo>
                  <a:pt x="869302" y="4700395"/>
                </a:lnTo>
                <a:lnTo>
                  <a:pt x="9418887" y="0"/>
                </a:lnTo>
                <a:lnTo>
                  <a:pt x="9420106" y="2217"/>
                </a:lnTo>
                <a:lnTo>
                  <a:pt x="870521" y="4702589"/>
                </a:lnTo>
                <a:close/>
                <a:moveTo>
                  <a:pt x="791514" y="4702589"/>
                </a:moveTo>
                <a:lnTo>
                  <a:pt x="790295" y="4700395"/>
                </a:lnTo>
                <a:lnTo>
                  <a:pt x="9339883" y="0"/>
                </a:lnTo>
                <a:lnTo>
                  <a:pt x="9341102" y="2217"/>
                </a:lnTo>
                <a:lnTo>
                  <a:pt x="791514" y="4702589"/>
                </a:lnTo>
                <a:close/>
                <a:moveTo>
                  <a:pt x="712506" y="4702589"/>
                </a:moveTo>
                <a:lnTo>
                  <a:pt x="711287" y="4700395"/>
                </a:lnTo>
                <a:lnTo>
                  <a:pt x="9260848" y="0"/>
                </a:lnTo>
                <a:lnTo>
                  <a:pt x="9262067" y="2217"/>
                </a:lnTo>
                <a:lnTo>
                  <a:pt x="712506" y="4702589"/>
                </a:lnTo>
                <a:close/>
                <a:moveTo>
                  <a:pt x="633422" y="4702589"/>
                </a:moveTo>
                <a:lnTo>
                  <a:pt x="632203" y="4700395"/>
                </a:lnTo>
                <a:lnTo>
                  <a:pt x="9181783" y="0"/>
                </a:lnTo>
                <a:lnTo>
                  <a:pt x="9183002" y="2217"/>
                </a:lnTo>
                <a:lnTo>
                  <a:pt x="633422" y="4702589"/>
                </a:lnTo>
                <a:close/>
                <a:moveTo>
                  <a:pt x="554416" y="4702589"/>
                </a:moveTo>
                <a:lnTo>
                  <a:pt x="553197" y="4700395"/>
                </a:lnTo>
                <a:lnTo>
                  <a:pt x="9102779" y="0"/>
                </a:lnTo>
                <a:lnTo>
                  <a:pt x="9103998" y="2217"/>
                </a:lnTo>
                <a:lnTo>
                  <a:pt x="554416" y="4702589"/>
                </a:lnTo>
                <a:close/>
                <a:moveTo>
                  <a:pt x="475411" y="4702589"/>
                </a:moveTo>
                <a:lnTo>
                  <a:pt x="474192" y="4700395"/>
                </a:lnTo>
                <a:lnTo>
                  <a:pt x="9023775" y="0"/>
                </a:lnTo>
                <a:lnTo>
                  <a:pt x="9024994" y="2217"/>
                </a:lnTo>
                <a:lnTo>
                  <a:pt x="475411" y="4702589"/>
                </a:lnTo>
                <a:close/>
                <a:moveTo>
                  <a:pt x="396404" y="4702589"/>
                </a:moveTo>
                <a:lnTo>
                  <a:pt x="395185" y="4700395"/>
                </a:lnTo>
                <a:lnTo>
                  <a:pt x="8944771" y="0"/>
                </a:lnTo>
                <a:lnTo>
                  <a:pt x="8945990" y="2217"/>
                </a:lnTo>
                <a:lnTo>
                  <a:pt x="396404" y="4702589"/>
                </a:lnTo>
                <a:close/>
                <a:moveTo>
                  <a:pt x="317321" y="4702589"/>
                </a:moveTo>
                <a:lnTo>
                  <a:pt x="316102" y="4700395"/>
                </a:lnTo>
                <a:lnTo>
                  <a:pt x="8865705" y="0"/>
                </a:lnTo>
                <a:lnTo>
                  <a:pt x="8866925" y="2217"/>
                </a:lnTo>
                <a:lnTo>
                  <a:pt x="317321" y="4702589"/>
                </a:lnTo>
                <a:close/>
                <a:moveTo>
                  <a:pt x="238314" y="4702589"/>
                </a:moveTo>
                <a:lnTo>
                  <a:pt x="237095" y="4700395"/>
                </a:lnTo>
                <a:lnTo>
                  <a:pt x="8786671" y="0"/>
                </a:lnTo>
                <a:lnTo>
                  <a:pt x="8787890" y="2217"/>
                </a:lnTo>
                <a:lnTo>
                  <a:pt x="238314" y="4702589"/>
                </a:lnTo>
                <a:close/>
                <a:moveTo>
                  <a:pt x="159310" y="4702589"/>
                </a:moveTo>
                <a:lnTo>
                  <a:pt x="158091" y="4700395"/>
                </a:lnTo>
                <a:lnTo>
                  <a:pt x="8707667" y="0"/>
                </a:lnTo>
                <a:lnTo>
                  <a:pt x="8708886" y="2217"/>
                </a:lnTo>
                <a:lnTo>
                  <a:pt x="159310" y="4702589"/>
                </a:lnTo>
                <a:close/>
                <a:moveTo>
                  <a:pt x="80303" y="4702589"/>
                </a:moveTo>
                <a:lnTo>
                  <a:pt x="79083" y="4700395"/>
                </a:lnTo>
                <a:lnTo>
                  <a:pt x="8628662" y="0"/>
                </a:lnTo>
                <a:lnTo>
                  <a:pt x="8629882" y="2217"/>
                </a:lnTo>
                <a:lnTo>
                  <a:pt x="80303" y="4702589"/>
                </a:lnTo>
                <a:close/>
                <a:moveTo>
                  <a:pt x="1219" y="4702589"/>
                </a:moveTo>
                <a:lnTo>
                  <a:pt x="0" y="4700395"/>
                </a:lnTo>
                <a:lnTo>
                  <a:pt x="8549567" y="0"/>
                </a:lnTo>
                <a:lnTo>
                  <a:pt x="8550786" y="2217"/>
                </a:lnTo>
                <a:lnTo>
                  <a:pt x="1219" y="4702589"/>
                </a:lnTo>
                <a:close/>
              </a:path>
            </a:pathLst>
          </a:custGeom>
          <a:gradFill>
            <a:gsLst>
              <a:gs pos="0">
                <a:srgbClr val="2C9ED9">
                  <a:alpha val="25098"/>
                </a:srgbClr>
              </a:gs>
              <a:gs pos="100000">
                <a:schemeClr val="dk1"/>
              </a:gs>
            </a:gsLst>
            <a:lin ang="162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5" name="Google Shape;35;p12"/>
          <p:cNvSpPr txBox="1">
            <a:spLocks noGrp="1"/>
          </p:cNvSpPr>
          <p:nvPr>
            <p:ph type="body" idx="1"/>
          </p:nvPr>
        </p:nvSpPr>
        <p:spPr>
          <a:xfrm>
            <a:off x="288235" y="1136469"/>
            <a:ext cx="11598965" cy="5040495"/>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000"/>
              </a:spcBef>
              <a:spcAft>
                <a:spcPts val="0"/>
              </a:spcAft>
              <a:buClr>
                <a:schemeClr val="lt2"/>
              </a:buClr>
              <a:buSzPts val="1800"/>
              <a:buChar char="•"/>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Clr>
                <a:schemeClr val="lt2"/>
              </a:buClr>
              <a:buSzPts val="1800"/>
              <a:buChar char="•"/>
              <a:defRPr/>
            </a:lvl4pPr>
            <a:lvl5pPr marL="2286000" lvl="4" indent="-342900" algn="l">
              <a:lnSpc>
                <a:spcPct val="90000"/>
              </a:lnSpc>
              <a:spcBef>
                <a:spcPts val="500"/>
              </a:spcBef>
              <a:spcAft>
                <a:spcPts val="0"/>
              </a:spcAft>
              <a:buClr>
                <a:schemeClr val="l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36" name="Google Shape;36;p12"/>
          <p:cNvCxnSpPr/>
          <p:nvPr/>
        </p:nvCxnSpPr>
        <p:spPr>
          <a:xfrm>
            <a:off x="288235" y="975206"/>
            <a:ext cx="11598965" cy="0"/>
          </a:xfrm>
          <a:prstGeom prst="straightConnector1">
            <a:avLst/>
          </a:prstGeom>
          <a:noFill/>
          <a:ln w="19050" cap="flat" cmpd="sng">
            <a:solidFill>
              <a:schemeClr val="accent2"/>
            </a:solidFill>
            <a:prstDash val="solid"/>
            <a:miter lim="0"/>
            <a:headEnd type="none" w="sm" len="sm"/>
            <a:tailEnd type="none" w="sm" len="sm"/>
          </a:ln>
        </p:spPr>
      </p:cxnSp>
      <p:sp>
        <p:nvSpPr>
          <p:cNvPr id="37" name="Google Shape;37;p12"/>
          <p:cNvSpPr/>
          <p:nvPr/>
        </p:nvSpPr>
        <p:spPr>
          <a:xfrm>
            <a:off x="10379765" y="477446"/>
            <a:ext cx="1524000" cy="10510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xt with Intro - White">
  <p:cSld name="Text with Intro - White">
    <p:bg>
      <p:bgPr>
        <a:solidFill>
          <a:schemeClr val="lt1"/>
        </a:solidFill>
        <a:effectLst/>
      </p:bgPr>
    </p:bg>
    <p:spTree>
      <p:nvGrpSpPr>
        <p:cNvPr id="1" name="Shape 38"/>
        <p:cNvGrpSpPr/>
        <p:nvPr/>
      </p:nvGrpSpPr>
      <p:grpSpPr>
        <a:xfrm>
          <a:off x="0" y="0"/>
          <a:ext cx="0" cy="0"/>
          <a:chOff x="0" y="0"/>
          <a:chExt cx="0" cy="0"/>
        </a:xfrm>
      </p:grpSpPr>
      <p:sp>
        <p:nvSpPr>
          <p:cNvPr id="39" name="Google Shape;39;p13"/>
          <p:cNvSpPr txBox="1">
            <a:spLocks noGrp="1"/>
          </p:cNvSpPr>
          <p:nvPr>
            <p:ph type="title"/>
          </p:nvPr>
        </p:nvSpPr>
        <p:spPr>
          <a:xfrm>
            <a:off x="288235" y="258417"/>
            <a:ext cx="9601200" cy="538417"/>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3"/>
          <p:cNvSpPr txBox="1">
            <a:spLocks noGrp="1"/>
          </p:cNvSpPr>
          <p:nvPr>
            <p:ph type="body" idx="1"/>
          </p:nvPr>
        </p:nvSpPr>
        <p:spPr>
          <a:xfrm>
            <a:off x="288235" y="2029034"/>
            <a:ext cx="11598965" cy="414793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000"/>
              </a:spcBef>
              <a:spcAft>
                <a:spcPts val="0"/>
              </a:spcAft>
              <a:buClr>
                <a:schemeClr val="lt2"/>
              </a:buClr>
              <a:buSzPts val="1800"/>
              <a:buChar char="•"/>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Clr>
                <a:schemeClr val="lt2"/>
              </a:buClr>
              <a:buSzPts val="1800"/>
              <a:buChar char="•"/>
              <a:defRPr/>
            </a:lvl4pPr>
            <a:lvl5pPr marL="2286000" lvl="4" indent="-342900" algn="l">
              <a:lnSpc>
                <a:spcPct val="90000"/>
              </a:lnSpc>
              <a:spcBef>
                <a:spcPts val="500"/>
              </a:spcBef>
              <a:spcAft>
                <a:spcPts val="0"/>
              </a:spcAft>
              <a:buClr>
                <a:schemeClr val="l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41" name="Google Shape;41;p13"/>
          <p:cNvCxnSpPr/>
          <p:nvPr/>
        </p:nvCxnSpPr>
        <p:spPr>
          <a:xfrm>
            <a:off x="288235" y="975206"/>
            <a:ext cx="11598965" cy="0"/>
          </a:xfrm>
          <a:prstGeom prst="straightConnector1">
            <a:avLst/>
          </a:prstGeom>
          <a:noFill/>
          <a:ln w="19050" cap="flat" cmpd="sng">
            <a:solidFill>
              <a:schemeClr val="accent2"/>
            </a:solidFill>
            <a:prstDash val="solid"/>
            <a:miter lim="0"/>
            <a:headEnd type="none" w="sm" len="sm"/>
            <a:tailEnd type="none" w="sm" len="sm"/>
          </a:ln>
        </p:spPr>
      </p:cxnSp>
      <p:sp>
        <p:nvSpPr>
          <p:cNvPr id="42" name="Google Shape;42;p13"/>
          <p:cNvSpPr txBox="1">
            <a:spLocks noGrp="1"/>
          </p:cNvSpPr>
          <p:nvPr>
            <p:ph type="body" idx="2"/>
          </p:nvPr>
        </p:nvSpPr>
        <p:spPr>
          <a:xfrm>
            <a:off x="288234" y="1136469"/>
            <a:ext cx="11598965" cy="659918"/>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000"/>
              </a:spcBef>
              <a:spcAft>
                <a:spcPts val="0"/>
              </a:spcAft>
              <a:buClr>
                <a:schemeClr val="lt2"/>
              </a:buClr>
              <a:buSzPts val="1800"/>
              <a:buNone/>
              <a:defRPr b="1"/>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Clr>
                <a:schemeClr val="lt2"/>
              </a:buClr>
              <a:buSzPts val="1800"/>
              <a:buChar char="•"/>
              <a:defRPr/>
            </a:lvl4pPr>
            <a:lvl5pPr marL="2286000" lvl="4" indent="-342900" algn="l">
              <a:lnSpc>
                <a:spcPct val="90000"/>
              </a:lnSpc>
              <a:spcBef>
                <a:spcPts val="500"/>
              </a:spcBef>
              <a:spcAft>
                <a:spcPts val="0"/>
              </a:spcAft>
              <a:buClr>
                <a:schemeClr val="l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13"/>
          <p:cNvSpPr/>
          <p:nvPr/>
        </p:nvSpPr>
        <p:spPr>
          <a:xfrm>
            <a:off x="10379765" y="477446"/>
            <a:ext cx="1524000" cy="10510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p:cSld name="Title Only">
    <p:bg>
      <p:bgPr>
        <a:solidFill>
          <a:schemeClr val="lt1"/>
        </a:solidFill>
        <a:effectLst/>
      </p:bgPr>
    </p:bg>
    <p:spTree>
      <p:nvGrpSpPr>
        <p:cNvPr id="1" name="Shape 44"/>
        <p:cNvGrpSpPr/>
        <p:nvPr/>
      </p:nvGrpSpPr>
      <p:grpSpPr>
        <a:xfrm>
          <a:off x="0" y="0"/>
          <a:ext cx="0" cy="0"/>
          <a:chOff x="0" y="0"/>
          <a:chExt cx="0" cy="0"/>
        </a:xfrm>
      </p:grpSpPr>
      <p:cxnSp>
        <p:nvCxnSpPr>
          <p:cNvPr id="45" name="Google Shape;45;p14"/>
          <p:cNvCxnSpPr/>
          <p:nvPr/>
        </p:nvCxnSpPr>
        <p:spPr>
          <a:xfrm>
            <a:off x="288235" y="975206"/>
            <a:ext cx="11598965" cy="0"/>
          </a:xfrm>
          <a:prstGeom prst="straightConnector1">
            <a:avLst/>
          </a:prstGeom>
          <a:noFill/>
          <a:ln w="19050" cap="flat" cmpd="sng">
            <a:solidFill>
              <a:schemeClr val="accent2"/>
            </a:solidFill>
            <a:prstDash val="solid"/>
            <a:miter lim="0"/>
            <a:headEnd type="none" w="sm" len="sm"/>
            <a:tailEnd type="none" w="sm" len="sm"/>
          </a:ln>
        </p:spPr>
      </p:cxnSp>
      <p:sp>
        <p:nvSpPr>
          <p:cNvPr id="46" name="Google Shape;46;p14"/>
          <p:cNvSpPr txBox="1">
            <a:spLocks noGrp="1"/>
          </p:cNvSpPr>
          <p:nvPr>
            <p:ph type="title"/>
          </p:nvPr>
        </p:nvSpPr>
        <p:spPr>
          <a:xfrm>
            <a:off x="288235" y="258418"/>
            <a:ext cx="9601200" cy="538416"/>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4"/>
          <p:cNvSpPr/>
          <p:nvPr/>
        </p:nvSpPr>
        <p:spPr>
          <a:xfrm>
            <a:off x="10379765" y="477446"/>
            <a:ext cx="1524000" cy="10510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 Column Color Call Out">
  <p:cSld name="2 Column Color Call Out">
    <p:bg>
      <p:bgPr>
        <a:solidFill>
          <a:schemeClr val="lt1"/>
        </a:solidFill>
        <a:effectLst/>
      </p:bgPr>
    </p:bg>
    <p:spTree>
      <p:nvGrpSpPr>
        <p:cNvPr id="1" name="Shape 48"/>
        <p:cNvGrpSpPr/>
        <p:nvPr/>
      </p:nvGrpSpPr>
      <p:grpSpPr>
        <a:xfrm>
          <a:off x="0" y="0"/>
          <a:ext cx="0" cy="0"/>
          <a:chOff x="0" y="0"/>
          <a:chExt cx="0" cy="0"/>
        </a:xfrm>
      </p:grpSpPr>
      <p:sp>
        <p:nvSpPr>
          <p:cNvPr id="49" name="Google Shape;49;p15"/>
          <p:cNvSpPr/>
          <p:nvPr/>
        </p:nvSpPr>
        <p:spPr>
          <a:xfrm>
            <a:off x="6217547" y="0"/>
            <a:ext cx="5974453" cy="685799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 name="Google Shape;50;p15"/>
          <p:cNvSpPr txBox="1">
            <a:spLocks noGrp="1"/>
          </p:cNvSpPr>
          <p:nvPr>
            <p:ph type="body" idx="1"/>
          </p:nvPr>
        </p:nvSpPr>
        <p:spPr>
          <a:xfrm>
            <a:off x="7078293" y="3319975"/>
            <a:ext cx="4367474" cy="2856989"/>
          </a:xfrm>
          <a:prstGeom prst="rect">
            <a:avLst/>
          </a:prstGeom>
          <a:noFill/>
          <a:ln>
            <a:noFill/>
          </a:ln>
        </p:spPr>
        <p:txBody>
          <a:bodyPr spcFirstLastPara="1" wrap="square" lIns="0" tIns="45700" rIns="0" bIns="45700" anchor="t" anchorCtr="0">
            <a:normAutofit/>
          </a:bodyPr>
          <a:lstStyle>
            <a:lvl1pPr marL="457200" lvl="0" indent="-342900" algn="ctr">
              <a:lnSpc>
                <a:spcPct val="90000"/>
              </a:lnSpc>
              <a:spcBef>
                <a:spcPts val="1000"/>
              </a:spcBef>
              <a:spcAft>
                <a:spcPts val="0"/>
              </a:spcAft>
              <a:buClr>
                <a:schemeClr val="lt2"/>
              </a:buClr>
              <a:buSzPts val="1800"/>
              <a:buChar char="•"/>
              <a:defRPr/>
            </a:lvl1pPr>
            <a:lvl2pPr marL="914400" lvl="1" indent="-342900" algn="ctr">
              <a:lnSpc>
                <a:spcPct val="90000"/>
              </a:lnSpc>
              <a:spcBef>
                <a:spcPts val="500"/>
              </a:spcBef>
              <a:spcAft>
                <a:spcPts val="0"/>
              </a:spcAft>
              <a:buClr>
                <a:schemeClr val="lt2"/>
              </a:buClr>
              <a:buSzPts val="1800"/>
              <a:buChar char="•"/>
              <a:defRPr/>
            </a:lvl2pPr>
            <a:lvl3pPr marL="1371600" lvl="2" indent="-317500" algn="ctr">
              <a:lnSpc>
                <a:spcPct val="90000"/>
              </a:lnSpc>
              <a:spcBef>
                <a:spcPts val="500"/>
              </a:spcBef>
              <a:spcAft>
                <a:spcPts val="0"/>
              </a:spcAft>
              <a:buClr>
                <a:schemeClr val="lt2"/>
              </a:buClr>
              <a:buSzPts val="1400"/>
              <a:buChar char="•"/>
              <a:defRPr/>
            </a:lvl3pPr>
            <a:lvl4pPr marL="1828800" lvl="3" indent="-317500" algn="ctr">
              <a:lnSpc>
                <a:spcPct val="90000"/>
              </a:lnSpc>
              <a:spcBef>
                <a:spcPts val="500"/>
              </a:spcBef>
              <a:spcAft>
                <a:spcPts val="0"/>
              </a:spcAft>
              <a:buClr>
                <a:schemeClr val="lt2"/>
              </a:buClr>
              <a:buSzPts val="1400"/>
              <a:buChar char="•"/>
              <a:defRPr/>
            </a:lvl4pPr>
            <a:lvl5pPr marL="2286000" lvl="4" indent="-317500" algn="ctr">
              <a:lnSpc>
                <a:spcPct val="90000"/>
              </a:lnSpc>
              <a:spcBef>
                <a:spcPts val="500"/>
              </a:spcBef>
              <a:spcAft>
                <a:spcPts val="0"/>
              </a:spcAft>
              <a:buClr>
                <a:schemeClr val="lt2"/>
              </a:buClr>
              <a:buSzPts val="14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51" name="Google Shape;51;p15"/>
          <p:cNvCxnSpPr/>
          <p:nvPr/>
        </p:nvCxnSpPr>
        <p:spPr>
          <a:xfrm>
            <a:off x="288235" y="975206"/>
            <a:ext cx="5669653" cy="0"/>
          </a:xfrm>
          <a:prstGeom prst="straightConnector1">
            <a:avLst/>
          </a:prstGeom>
          <a:noFill/>
          <a:ln w="19050" cap="flat" cmpd="sng">
            <a:solidFill>
              <a:schemeClr val="accent2"/>
            </a:solidFill>
            <a:prstDash val="solid"/>
            <a:miter lim="0"/>
            <a:headEnd type="none" w="sm" len="sm"/>
            <a:tailEnd type="none" w="sm" len="sm"/>
          </a:ln>
        </p:spPr>
      </p:cxnSp>
      <p:sp>
        <p:nvSpPr>
          <p:cNvPr id="52" name="Google Shape;52;p15"/>
          <p:cNvSpPr txBox="1">
            <a:spLocks noGrp="1"/>
          </p:cNvSpPr>
          <p:nvPr>
            <p:ph type="body" idx="2"/>
          </p:nvPr>
        </p:nvSpPr>
        <p:spPr>
          <a:xfrm>
            <a:off x="288235" y="1136469"/>
            <a:ext cx="5669653" cy="5040495"/>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000"/>
              </a:spcBef>
              <a:spcAft>
                <a:spcPts val="0"/>
              </a:spcAft>
              <a:buClr>
                <a:schemeClr val="lt2"/>
              </a:buClr>
              <a:buSzPts val="1800"/>
              <a:buChar char="•"/>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Clr>
                <a:schemeClr val="lt2"/>
              </a:buClr>
              <a:buSzPts val="1800"/>
              <a:buChar char="•"/>
              <a:defRPr/>
            </a:lvl4pPr>
            <a:lvl5pPr marL="2286000" lvl="4" indent="-342900" algn="l">
              <a:lnSpc>
                <a:spcPct val="90000"/>
              </a:lnSpc>
              <a:spcBef>
                <a:spcPts val="500"/>
              </a:spcBef>
              <a:spcAft>
                <a:spcPts val="0"/>
              </a:spcAft>
              <a:buClr>
                <a:schemeClr val="l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5"/>
          <p:cNvSpPr txBox="1">
            <a:spLocks noGrp="1"/>
          </p:cNvSpPr>
          <p:nvPr>
            <p:ph type="title"/>
          </p:nvPr>
        </p:nvSpPr>
        <p:spPr>
          <a:xfrm>
            <a:off x="288235" y="258418"/>
            <a:ext cx="5669653" cy="538416"/>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15"/>
          <p:cNvSpPr txBox="1">
            <a:spLocks noGrp="1"/>
          </p:cNvSpPr>
          <p:nvPr>
            <p:ph type="body" idx="3"/>
          </p:nvPr>
        </p:nvSpPr>
        <p:spPr>
          <a:xfrm>
            <a:off x="7078293" y="1435099"/>
            <a:ext cx="4367474" cy="1774833"/>
          </a:xfrm>
          <a:prstGeom prst="rect">
            <a:avLst/>
          </a:prstGeom>
          <a:noFill/>
          <a:ln>
            <a:noFill/>
          </a:ln>
        </p:spPr>
        <p:txBody>
          <a:bodyPr spcFirstLastPara="1" wrap="square" lIns="0" tIns="45700" rIns="0" bIns="45700" anchor="b" anchorCtr="0">
            <a:normAutofit/>
          </a:bodyPr>
          <a:lstStyle>
            <a:lvl1pPr marL="457200" lvl="0" indent="-228600" algn="ctr">
              <a:lnSpc>
                <a:spcPct val="90000"/>
              </a:lnSpc>
              <a:spcBef>
                <a:spcPts val="1000"/>
              </a:spcBef>
              <a:spcAft>
                <a:spcPts val="0"/>
              </a:spcAft>
              <a:buClr>
                <a:schemeClr val="lt2"/>
              </a:buClr>
              <a:buSzPts val="2800"/>
              <a:buNone/>
              <a:defRPr sz="2800" b="1">
                <a:solidFill>
                  <a:schemeClr val="lt2"/>
                </a:solidFill>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Clr>
                <a:schemeClr val="lt2"/>
              </a:buClr>
              <a:buSzPts val="1800"/>
              <a:buChar char="•"/>
              <a:defRPr/>
            </a:lvl4pPr>
            <a:lvl5pPr marL="2286000" lvl="4" indent="-342900" algn="l">
              <a:lnSpc>
                <a:spcPct val="90000"/>
              </a:lnSpc>
              <a:spcBef>
                <a:spcPts val="500"/>
              </a:spcBef>
              <a:spcAft>
                <a:spcPts val="0"/>
              </a:spcAft>
              <a:buClr>
                <a:schemeClr val="l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 Column Photo Right">
  <p:cSld name="2 Column Photo Right">
    <p:bg>
      <p:bgPr>
        <a:solidFill>
          <a:schemeClr val="lt1"/>
        </a:solidFill>
        <a:effectLst/>
      </p:bgPr>
    </p:bg>
    <p:spTree>
      <p:nvGrpSpPr>
        <p:cNvPr id="1" name="Shape 55"/>
        <p:cNvGrpSpPr/>
        <p:nvPr/>
      </p:nvGrpSpPr>
      <p:grpSpPr>
        <a:xfrm>
          <a:off x="0" y="0"/>
          <a:ext cx="0" cy="0"/>
          <a:chOff x="0" y="0"/>
          <a:chExt cx="0" cy="0"/>
        </a:xfrm>
      </p:grpSpPr>
      <p:sp>
        <p:nvSpPr>
          <p:cNvPr id="56" name="Google Shape;56;p16"/>
          <p:cNvSpPr txBox="1">
            <a:spLocks noGrp="1"/>
          </p:cNvSpPr>
          <p:nvPr>
            <p:ph type="body" idx="1"/>
          </p:nvPr>
        </p:nvSpPr>
        <p:spPr>
          <a:xfrm>
            <a:off x="288235" y="1136469"/>
            <a:ext cx="5669653" cy="5040495"/>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000"/>
              </a:spcBef>
              <a:spcAft>
                <a:spcPts val="0"/>
              </a:spcAft>
              <a:buClr>
                <a:schemeClr val="lt2"/>
              </a:buClr>
              <a:buSzPts val="1800"/>
              <a:buChar char="•"/>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Clr>
                <a:schemeClr val="lt2"/>
              </a:buClr>
              <a:buSzPts val="1800"/>
              <a:buChar char="•"/>
              <a:defRPr/>
            </a:lvl4pPr>
            <a:lvl5pPr marL="2286000" lvl="4" indent="-342900" algn="l">
              <a:lnSpc>
                <a:spcPct val="90000"/>
              </a:lnSpc>
              <a:spcBef>
                <a:spcPts val="500"/>
              </a:spcBef>
              <a:spcAft>
                <a:spcPts val="0"/>
              </a:spcAft>
              <a:buClr>
                <a:schemeClr val="l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6"/>
          <p:cNvSpPr>
            <a:spLocks noGrp="1"/>
          </p:cNvSpPr>
          <p:nvPr>
            <p:ph type="pic" idx="2"/>
          </p:nvPr>
        </p:nvSpPr>
        <p:spPr>
          <a:xfrm>
            <a:off x="6234115" y="1"/>
            <a:ext cx="5957886" cy="6858000"/>
          </a:xfrm>
          <a:prstGeom prst="rect">
            <a:avLst/>
          </a:prstGeom>
          <a:noFill/>
          <a:ln>
            <a:noFill/>
          </a:ln>
        </p:spPr>
      </p:sp>
      <p:cxnSp>
        <p:nvCxnSpPr>
          <p:cNvPr id="58" name="Google Shape;58;p16"/>
          <p:cNvCxnSpPr/>
          <p:nvPr/>
        </p:nvCxnSpPr>
        <p:spPr>
          <a:xfrm>
            <a:off x="288235" y="975206"/>
            <a:ext cx="5669653" cy="0"/>
          </a:xfrm>
          <a:prstGeom prst="straightConnector1">
            <a:avLst/>
          </a:prstGeom>
          <a:noFill/>
          <a:ln w="19050" cap="flat" cmpd="sng">
            <a:solidFill>
              <a:schemeClr val="accent2"/>
            </a:solidFill>
            <a:prstDash val="solid"/>
            <a:miter lim="0"/>
            <a:headEnd type="none" w="sm" len="sm"/>
            <a:tailEnd type="none" w="sm" len="sm"/>
          </a:ln>
        </p:spPr>
      </p:cxnSp>
      <p:sp>
        <p:nvSpPr>
          <p:cNvPr id="59" name="Google Shape;59;p16"/>
          <p:cNvSpPr txBox="1">
            <a:spLocks noGrp="1"/>
          </p:cNvSpPr>
          <p:nvPr>
            <p:ph type="title"/>
          </p:nvPr>
        </p:nvSpPr>
        <p:spPr>
          <a:xfrm>
            <a:off x="288235" y="258418"/>
            <a:ext cx="5669653" cy="538416"/>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 Column Photo Left">
  <p:cSld name="2 Column Photo Left">
    <p:bg>
      <p:bgPr>
        <a:solidFill>
          <a:schemeClr val="lt1"/>
        </a:solidFill>
        <a:effectLst/>
      </p:bgPr>
    </p:bg>
    <p:spTree>
      <p:nvGrpSpPr>
        <p:cNvPr id="1" name="Shape 60"/>
        <p:cNvGrpSpPr/>
        <p:nvPr/>
      </p:nvGrpSpPr>
      <p:grpSpPr>
        <a:xfrm>
          <a:off x="0" y="0"/>
          <a:ext cx="0" cy="0"/>
          <a:chOff x="0" y="0"/>
          <a:chExt cx="0" cy="0"/>
        </a:xfrm>
      </p:grpSpPr>
      <p:sp>
        <p:nvSpPr>
          <p:cNvPr id="61" name="Google Shape;61;p17"/>
          <p:cNvSpPr>
            <a:spLocks noGrp="1"/>
          </p:cNvSpPr>
          <p:nvPr>
            <p:ph type="pic" idx="2"/>
          </p:nvPr>
        </p:nvSpPr>
        <p:spPr>
          <a:xfrm>
            <a:off x="0" y="1"/>
            <a:ext cx="5957886" cy="6858000"/>
          </a:xfrm>
          <a:prstGeom prst="rect">
            <a:avLst/>
          </a:prstGeom>
          <a:noFill/>
          <a:ln>
            <a:noFill/>
          </a:ln>
        </p:spPr>
      </p:sp>
      <p:cxnSp>
        <p:nvCxnSpPr>
          <p:cNvPr id="62" name="Google Shape;62;p17"/>
          <p:cNvCxnSpPr/>
          <p:nvPr/>
        </p:nvCxnSpPr>
        <p:spPr>
          <a:xfrm>
            <a:off x="6234115" y="975206"/>
            <a:ext cx="5669653" cy="0"/>
          </a:xfrm>
          <a:prstGeom prst="straightConnector1">
            <a:avLst/>
          </a:prstGeom>
          <a:noFill/>
          <a:ln w="19050" cap="flat" cmpd="sng">
            <a:solidFill>
              <a:schemeClr val="accent2"/>
            </a:solidFill>
            <a:prstDash val="solid"/>
            <a:miter lim="0"/>
            <a:headEnd type="none" w="sm" len="sm"/>
            <a:tailEnd type="none" w="sm" len="sm"/>
          </a:ln>
        </p:spPr>
      </p:cxnSp>
      <p:sp>
        <p:nvSpPr>
          <p:cNvPr id="63" name="Google Shape;63;p17"/>
          <p:cNvSpPr txBox="1">
            <a:spLocks noGrp="1"/>
          </p:cNvSpPr>
          <p:nvPr>
            <p:ph type="title"/>
          </p:nvPr>
        </p:nvSpPr>
        <p:spPr>
          <a:xfrm>
            <a:off x="6234115" y="258418"/>
            <a:ext cx="5669653" cy="538416"/>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7"/>
          <p:cNvSpPr txBox="1">
            <a:spLocks noGrp="1"/>
          </p:cNvSpPr>
          <p:nvPr>
            <p:ph type="body" idx="1"/>
          </p:nvPr>
        </p:nvSpPr>
        <p:spPr>
          <a:xfrm>
            <a:off x="6234115" y="1136469"/>
            <a:ext cx="5669653" cy="5040495"/>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000"/>
              </a:spcBef>
              <a:spcAft>
                <a:spcPts val="0"/>
              </a:spcAft>
              <a:buClr>
                <a:schemeClr val="lt2"/>
              </a:buClr>
              <a:buSzPts val="1800"/>
              <a:buChar char="•"/>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Clr>
                <a:schemeClr val="lt2"/>
              </a:buClr>
              <a:buSzPts val="1800"/>
              <a:buChar char="•"/>
              <a:defRPr/>
            </a:lvl4pPr>
            <a:lvl5pPr marL="2286000" lvl="4" indent="-342900" algn="l">
              <a:lnSpc>
                <a:spcPct val="90000"/>
              </a:lnSpc>
              <a:spcBef>
                <a:spcPts val="500"/>
              </a:spcBef>
              <a:spcAft>
                <a:spcPts val="0"/>
              </a:spcAft>
              <a:buClr>
                <a:schemeClr val="l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Full Photo with Text Left - Blue">
  <p:cSld name="Full Photo with Text Left - Blue">
    <p:spTree>
      <p:nvGrpSpPr>
        <p:cNvPr id="1" name="Shape 65"/>
        <p:cNvGrpSpPr/>
        <p:nvPr/>
      </p:nvGrpSpPr>
      <p:grpSpPr>
        <a:xfrm>
          <a:off x="0" y="0"/>
          <a:ext cx="0" cy="0"/>
          <a:chOff x="0" y="0"/>
          <a:chExt cx="0" cy="0"/>
        </a:xfrm>
      </p:grpSpPr>
      <p:sp>
        <p:nvSpPr>
          <p:cNvPr id="66" name="Google Shape;66;p18"/>
          <p:cNvSpPr/>
          <p:nvPr/>
        </p:nvSpPr>
        <p:spPr>
          <a:xfrm>
            <a:off x="2" y="2763371"/>
            <a:ext cx="4889498" cy="3314700"/>
          </a:xfrm>
          <a:prstGeom prst="rect">
            <a:avLst/>
          </a:prstGeom>
          <a:solidFill>
            <a:schemeClr val="accent1">
              <a:alpha val="94902"/>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7" name="Google Shape;67;p18"/>
          <p:cNvSpPr txBox="1">
            <a:spLocks noGrp="1"/>
          </p:cNvSpPr>
          <p:nvPr>
            <p:ph type="ctrTitle"/>
          </p:nvPr>
        </p:nvSpPr>
        <p:spPr>
          <a:xfrm>
            <a:off x="752731" y="3130326"/>
            <a:ext cx="3539870" cy="1069141"/>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lt2"/>
              </a:buClr>
              <a:buSzPts val="3200"/>
              <a:buFont typeface="Arial"/>
              <a:buNone/>
              <a:defRPr sz="3200">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8"/>
          <p:cNvSpPr txBox="1">
            <a:spLocks noGrp="1"/>
          </p:cNvSpPr>
          <p:nvPr>
            <p:ph type="subTitle" idx="1"/>
          </p:nvPr>
        </p:nvSpPr>
        <p:spPr>
          <a:xfrm>
            <a:off x="752477" y="4447314"/>
            <a:ext cx="3539871" cy="1399399"/>
          </a:xfrm>
          <a:prstGeom prst="rect">
            <a:avLst/>
          </a:prstGeom>
          <a:noFill/>
          <a:ln>
            <a:noFill/>
          </a:ln>
        </p:spPr>
        <p:txBody>
          <a:bodyPr spcFirstLastPara="1" wrap="square" lIns="0" tIns="45700" rIns="0" bIns="45700" anchor="t" anchorCtr="0">
            <a:normAutofit/>
          </a:bodyPr>
          <a:lstStyle>
            <a:lvl1pPr lvl="0" algn="l">
              <a:lnSpc>
                <a:spcPct val="90000"/>
              </a:lnSpc>
              <a:spcBef>
                <a:spcPts val="1000"/>
              </a:spcBef>
              <a:spcAft>
                <a:spcPts val="0"/>
              </a:spcAft>
              <a:buClr>
                <a:schemeClr val="lt2"/>
              </a:buClr>
              <a:buSzPts val="1800"/>
              <a:buNone/>
              <a:defRPr sz="1800" b="0" i="0">
                <a:solidFill>
                  <a:schemeClr val="lt2"/>
                </a:solidFill>
                <a:latin typeface="Arial"/>
                <a:ea typeface="Arial"/>
                <a:cs typeface="Arial"/>
                <a:sym typeface="Arial"/>
              </a:defRPr>
            </a:lvl1pPr>
            <a:lvl2pPr lvl="1" algn="ctr">
              <a:lnSpc>
                <a:spcPct val="90000"/>
              </a:lnSpc>
              <a:spcBef>
                <a:spcPts val="500"/>
              </a:spcBef>
              <a:spcAft>
                <a:spcPts val="0"/>
              </a:spcAft>
              <a:buClr>
                <a:schemeClr val="lt2"/>
              </a:buClr>
              <a:buSzPts val="2000"/>
              <a:buNone/>
              <a:defRPr sz="2000"/>
            </a:lvl2pPr>
            <a:lvl3pPr lvl="2" algn="ctr">
              <a:lnSpc>
                <a:spcPct val="90000"/>
              </a:lnSpc>
              <a:spcBef>
                <a:spcPts val="500"/>
              </a:spcBef>
              <a:spcAft>
                <a:spcPts val="0"/>
              </a:spcAft>
              <a:buClr>
                <a:schemeClr val="lt2"/>
              </a:buClr>
              <a:buSzPts val="1800"/>
              <a:buNone/>
              <a:defRPr sz="1800"/>
            </a:lvl3pPr>
            <a:lvl4pPr lvl="3" algn="ctr">
              <a:lnSpc>
                <a:spcPct val="90000"/>
              </a:lnSpc>
              <a:spcBef>
                <a:spcPts val="500"/>
              </a:spcBef>
              <a:spcAft>
                <a:spcPts val="0"/>
              </a:spcAft>
              <a:buClr>
                <a:schemeClr val="lt2"/>
              </a:buClr>
              <a:buSzPts val="1600"/>
              <a:buNone/>
              <a:defRPr sz="1600"/>
            </a:lvl4pPr>
            <a:lvl5pPr lvl="4" algn="ctr">
              <a:lnSpc>
                <a:spcPct val="90000"/>
              </a:lnSpc>
              <a:spcBef>
                <a:spcPts val="500"/>
              </a:spcBef>
              <a:spcAft>
                <a:spcPts val="0"/>
              </a:spcAft>
              <a:buClr>
                <a:schemeClr val="lt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cxnSp>
        <p:nvCxnSpPr>
          <p:cNvPr id="69" name="Google Shape;69;p18"/>
          <p:cNvCxnSpPr/>
          <p:nvPr/>
        </p:nvCxnSpPr>
        <p:spPr>
          <a:xfrm>
            <a:off x="752477" y="4305048"/>
            <a:ext cx="3539871" cy="0"/>
          </a:xfrm>
          <a:prstGeom prst="straightConnector1">
            <a:avLst/>
          </a:prstGeom>
          <a:noFill/>
          <a:ln w="19050" cap="flat" cmpd="sng">
            <a:solidFill>
              <a:schemeClr val="lt2"/>
            </a:solidFill>
            <a:prstDash val="solid"/>
            <a:miter lim="0"/>
            <a:headEnd type="none" w="sm" len="sm"/>
            <a:tailEnd type="none" w="sm" len="sm"/>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Full Photo with Text Left - Navy">
  <p:cSld name="1_Full Photo with Text Left - Navy">
    <p:spTree>
      <p:nvGrpSpPr>
        <p:cNvPr id="1" name="Shape 70"/>
        <p:cNvGrpSpPr/>
        <p:nvPr/>
      </p:nvGrpSpPr>
      <p:grpSpPr>
        <a:xfrm>
          <a:off x="0" y="0"/>
          <a:ext cx="0" cy="0"/>
          <a:chOff x="0" y="0"/>
          <a:chExt cx="0" cy="0"/>
        </a:xfrm>
      </p:grpSpPr>
      <p:sp>
        <p:nvSpPr>
          <p:cNvPr id="71" name="Google Shape;71;p19"/>
          <p:cNvSpPr/>
          <p:nvPr/>
        </p:nvSpPr>
        <p:spPr>
          <a:xfrm>
            <a:off x="2" y="2763371"/>
            <a:ext cx="4889498" cy="3314700"/>
          </a:xfrm>
          <a:prstGeom prst="rect">
            <a:avLst/>
          </a:prstGeom>
          <a:solidFill>
            <a:schemeClr val="dk1">
              <a:alpha val="94902"/>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2" name="Google Shape;72;p19"/>
          <p:cNvSpPr txBox="1">
            <a:spLocks noGrp="1"/>
          </p:cNvSpPr>
          <p:nvPr>
            <p:ph type="ctrTitle"/>
          </p:nvPr>
        </p:nvSpPr>
        <p:spPr>
          <a:xfrm>
            <a:off x="752731" y="3130326"/>
            <a:ext cx="3539870" cy="1069141"/>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lt1"/>
              </a:buClr>
              <a:buSzPts val="3200"/>
              <a:buFont typeface="Arial"/>
              <a:buNone/>
              <a:defRPr sz="3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9"/>
          <p:cNvSpPr txBox="1">
            <a:spLocks noGrp="1"/>
          </p:cNvSpPr>
          <p:nvPr>
            <p:ph type="subTitle" idx="1"/>
          </p:nvPr>
        </p:nvSpPr>
        <p:spPr>
          <a:xfrm>
            <a:off x="752477" y="4447314"/>
            <a:ext cx="3539871" cy="1399399"/>
          </a:xfrm>
          <a:prstGeom prst="rect">
            <a:avLst/>
          </a:prstGeom>
          <a:noFill/>
          <a:ln>
            <a:noFill/>
          </a:ln>
        </p:spPr>
        <p:txBody>
          <a:bodyPr spcFirstLastPara="1" wrap="square" lIns="0" tIns="45700" rIns="0" bIns="45700" anchor="t" anchorCtr="0">
            <a:normAutofit/>
          </a:bodyPr>
          <a:lstStyle>
            <a:lvl1pPr lvl="0" algn="l">
              <a:lnSpc>
                <a:spcPct val="90000"/>
              </a:lnSpc>
              <a:spcBef>
                <a:spcPts val="1000"/>
              </a:spcBef>
              <a:spcAft>
                <a:spcPts val="0"/>
              </a:spcAft>
              <a:buClr>
                <a:schemeClr val="lt1"/>
              </a:buClr>
              <a:buSzPts val="1800"/>
              <a:buNone/>
              <a:defRPr sz="1800" b="0" i="0">
                <a:solidFill>
                  <a:schemeClr val="lt1"/>
                </a:solidFill>
                <a:latin typeface="Arial"/>
                <a:ea typeface="Arial"/>
                <a:cs typeface="Arial"/>
                <a:sym typeface="Arial"/>
              </a:defRPr>
            </a:lvl1pPr>
            <a:lvl2pPr lvl="1" algn="ctr">
              <a:lnSpc>
                <a:spcPct val="90000"/>
              </a:lnSpc>
              <a:spcBef>
                <a:spcPts val="500"/>
              </a:spcBef>
              <a:spcAft>
                <a:spcPts val="0"/>
              </a:spcAft>
              <a:buClr>
                <a:schemeClr val="lt2"/>
              </a:buClr>
              <a:buSzPts val="2000"/>
              <a:buNone/>
              <a:defRPr sz="2000"/>
            </a:lvl2pPr>
            <a:lvl3pPr lvl="2" algn="ctr">
              <a:lnSpc>
                <a:spcPct val="90000"/>
              </a:lnSpc>
              <a:spcBef>
                <a:spcPts val="500"/>
              </a:spcBef>
              <a:spcAft>
                <a:spcPts val="0"/>
              </a:spcAft>
              <a:buClr>
                <a:schemeClr val="lt2"/>
              </a:buClr>
              <a:buSzPts val="1800"/>
              <a:buNone/>
              <a:defRPr sz="1800"/>
            </a:lvl3pPr>
            <a:lvl4pPr lvl="3" algn="ctr">
              <a:lnSpc>
                <a:spcPct val="90000"/>
              </a:lnSpc>
              <a:spcBef>
                <a:spcPts val="500"/>
              </a:spcBef>
              <a:spcAft>
                <a:spcPts val="0"/>
              </a:spcAft>
              <a:buClr>
                <a:schemeClr val="lt2"/>
              </a:buClr>
              <a:buSzPts val="1600"/>
              <a:buNone/>
              <a:defRPr sz="1600"/>
            </a:lvl4pPr>
            <a:lvl5pPr lvl="4" algn="ctr">
              <a:lnSpc>
                <a:spcPct val="90000"/>
              </a:lnSpc>
              <a:spcBef>
                <a:spcPts val="500"/>
              </a:spcBef>
              <a:spcAft>
                <a:spcPts val="0"/>
              </a:spcAft>
              <a:buClr>
                <a:schemeClr val="lt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cxnSp>
        <p:nvCxnSpPr>
          <p:cNvPr id="74" name="Google Shape;74;p19"/>
          <p:cNvCxnSpPr/>
          <p:nvPr/>
        </p:nvCxnSpPr>
        <p:spPr>
          <a:xfrm>
            <a:off x="752477" y="4305048"/>
            <a:ext cx="3539871" cy="0"/>
          </a:xfrm>
          <a:prstGeom prst="straightConnector1">
            <a:avLst/>
          </a:prstGeom>
          <a:noFill/>
          <a:ln w="19050" cap="flat" cmpd="sng">
            <a:solidFill>
              <a:schemeClr val="lt1"/>
            </a:solidFill>
            <a:prstDash val="solid"/>
            <a:miter lim="0"/>
            <a:headEnd type="none" w="sm" len="sm"/>
            <a:tailEnd type="none" w="sm" len="sm"/>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Full Photo with Text Right - Blue">
  <p:cSld name="Full Photo with Text Right - Blue">
    <p:spTree>
      <p:nvGrpSpPr>
        <p:cNvPr id="1" name="Shape 75"/>
        <p:cNvGrpSpPr/>
        <p:nvPr/>
      </p:nvGrpSpPr>
      <p:grpSpPr>
        <a:xfrm>
          <a:off x="0" y="0"/>
          <a:ext cx="0" cy="0"/>
          <a:chOff x="0" y="0"/>
          <a:chExt cx="0" cy="0"/>
        </a:xfrm>
      </p:grpSpPr>
      <p:sp>
        <p:nvSpPr>
          <p:cNvPr id="76" name="Google Shape;76;p20"/>
          <p:cNvSpPr/>
          <p:nvPr/>
        </p:nvSpPr>
        <p:spPr>
          <a:xfrm>
            <a:off x="7302502" y="2763371"/>
            <a:ext cx="4889498" cy="3314700"/>
          </a:xfrm>
          <a:prstGeom prst="rect">
            <a:avLst/>
          </a:prstGeom>
          <a:solidFill>
            <a:schemeClr val="accent1">
              <a:alpha val="94902"/>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7" name="Google Shape;77;p20"/>
          <p:cNvSpPr txBox="1">
            <a:spLocks noGrp="1"/>
          </p:cNvSpPr>
          <p:nvPr>
            <p:ph type="ctrTitle"/>
          </p:nvPr>
        </p:nvSpPr>
        <p:spPr>
          <a:xfrm>
            <a:off x="7942937" y="3130326"/>
            <a:ext cx="3539870" cy="1069141"/>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lt2"/>
              </a:buClr>
              <a:buSzPts val="3200"/>
              <a:buFont typeface="Arial"/>
              <a:buNone/>
              <a:defRPr sz="3200">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0"/>
          <p:cNvSpPr txBox="1">
            <a:spLocks noGrp="1"/>
          </p:cNvSpPr>
          <p:nvPr>
            <p:ph type="subTitle" idx="1"/>
          </p:nvPr>
        </p:nvSpPr>
        <p:spPr>
          <a:xfrm>
            <a:off x="7942683" y="4447314"/>
            <a:ext cx="3539871" cy="1399399"/>
          </a:xfrm>
          <a:prstGeom prst="rect">
            <a:avLst/>
          </a:prstGeom>
          <a:noFill/>
          <a:ln>
            <a:noFill/>
          </a:ln>
        </p:spPr>
        <p:txBody>
          <a:bodyPr spcFirstLastPara="1" wrap="square" lIns="0" tIns="45700" rIns="0" bIns="45700" anchor="t" anchorCtr="0">
            <a:normAutofit/>
          </a:bodyPr>
          <a:lstStyle>
            <a:lvl1pPr lvl="0" algn="l">
              <a:lnSpc>
                <a:spcPct val="90000"/>
              </a:lnSpc>
              <a:spcBef>
                <a:spcPts val="1000"/>
              </a:spcBef>
              <a:spcAft>
                <a:spcPts val="0"/>
              </a:spcAft>
              <a:buClr>
                <a:schemeClr val="lt2"/>
              </a:buClr>
              <a:buSzPts val="1800"/>
              <a:buNone/>
              <a:defRPr sz="1800" b="0" i="0">
                <a:solidFill>
                  <a:schemeClr val="lt2"/>
                </a:solidFill>
                <a:latin typeface="Arial"/>
                <a:ea typeface="Arial"/>
                <a:cs typeface="Arial"/>
                <a:sym typeface="Arial"/>
              </a:defRPr>
            </a:lvl1pPr>
            <a:lvl2pPr lvl="1" algn="ctr">
              <a:lnSpc>
                <a:spcPct val="90000"/>
              </a:lnSpc>
              <a:spcBef>
                <a:spcPts val="500"/>
              </a:spcBef>
              <a:spcAft>
                <a:spcPts val="0"/>
              </a:spcAft>
              <a:buClr>
                <a:schemeClr val="lt2"/>
              </a:buClr>
              <a:buSzPts val="2000"/>
              <a:buNone/>
              <a:defRPr sz="2000"/>
            </a:lvl2pPr>
            <a:lvl3pPr lvl="2" algn="ctr">
              <a:lnSpc>
                <a:spcPct val="90000"/>
              </a:lnSpc>
              <a:spcBef>
                <a:spcPts val="500"/>
              </a:spcBef>
              <a:spcAft>
                <a:spcPts val="0"/>
              </a:spcAft>
              <a:buClr>
                <a:schemeClr val="lt2"/>
              </a:buClr>
              <a:buSzPts val="1800"/>
              <a:buNone/>
              <a:defRPr sz="1800"/>
            </a:lvl3pPr>
            <a:lvl4pPr lvl="3" algn="ctr">
              <a:lnSpc>
                <a:spcPct val="90000"/>
              </a:lnSpc>
              <a:spcBef>
                <a:spcPts val="500"/>
              </a:spcBef>
              <a:spcAft>
                <a:spcPts val="0"/>
              </a:spcAft>
              <a:buClr>
                <a:schemeClr val="lt2"/>
              </a:buClr>
              <a:buSzPts val="1600"/>
              <a:buNone/>
              <a:defRPr sz="1600"/>
            </a:lvl4pPr>
            <a:lvl5pPr lvl="4" algn="ctr">
              <a:lnSpc>
                <a:spcPct val="90000"/>
              </a:lnSpc>
              <a:spcBef>
                <a:spcPts val="500"/>
              </a:spcBef>
              <a:spcAft>
                <a:spcPts val="0"/>
              </a:spcAft>
              <a:buClr>
                <a:schemeClr val="lt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cxnSp>
        <p:nvCxnSpPr>
          <p:cNvPr id="79" name="Google Shape;79;p20"/>
          <p:cNvCxnSpPr/>
          <p:nvPr/>
        </p:nvCxnSpPr>
        <p:spPr>
          <a:xfrm>
            <a:off x="7942683" y="4305048"/>
            <a:ext cx="3539871" cy="0"/>
          </a:xfrm>
          <a:prstGeom prst="straightConnector1">
            <a:avLst/>
          </a:prstGeom>
          <a:noFill/>
          <a:ln w="19050" cap="flat" cmpd="sng">
            <a:solidFill>
              <a:schemeClr val="lt2"/>
            </a:solidFill>
            <a:prstDash val="solid"/>
            <a:miter lim="0"/>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Full Photo with Text Right - Navy">
  <p:cSld name="1_Full Photo with Text Right - Navy">
    <p:spTree>
      <p:nvGrpSpPr>
        <p:cNvPr id="1" name="Shape 80"/>
        <p:cNvGrpSpPr/>
        <p:nvPr/>
      </p:nvGrpSpPr>
      <p:grpSpPr>
        <a:xfrm>
          <a:off x="0" y="0"/>
          <a:ext cx="0" cy="0"/>
          <a:chOff x="0" y="0"/>
          <a:chExt cx="0" cy="0"/>
        </a:xfrm>
      </p:grpSpPr>
      <p:sp>
        <p:nvSpPr>
          <p:cNvPr id="81" name="Google Shape;81;p21"/>
          <p:cNvSpPr/>
          <p:nvPr/>
        </p:nvSpPr>
        <p:spPr>
          <a:xfrm>
            <a:off x="7302502" y="2763371"/>
            <a:ext cx="4889498" cy="3314700"/>
          </a:xfrm>
          <a:prstGeom prst="rect">
            <a:avLst/>
          </a:prstGeom>
          <a:solidFill>
            <a:schemeClr val="dk1">
              <a:alpha val="94902"/>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2" name="Google Shape;82;p21"/>
          <p:cNvSpPr txBox="1">
            <a:spLocks noGrp="1"/>
          </p:cNvSpPr>
          <p:nvPr>
            <p:ph type="ctrTitle"/>
          </p:nvPr>
        </p:nvSpPr>
        <p:spPr>
          <a:xfrm>
            <a:off x="7942937" y="3130326"/>
            <a:ext cx="3539870" cy="1069141"/>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lt1"/>
              </a:buClr>
              <a:buSzPts val="3200"/>
              <a:buFont typeface="Arial"/>
              <a:buNone/>
              <a:defRPr sz="3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1"/>
          <p:cNvSpPr txBox="1">
            <a:spLocks noGrp="1"/>
          </p:cNvSpPr>
          <p:nvPr>
            <p:ph type="subTitle" idx="1"/>
          </p:nvPr>
        </p:nvSpPr>
        <p:spPr>
          <a:xfrm>
            <a:off x="7942683" y="4447314"/>
            <a:ext cx="3539871" cy="1399399"/>
          </a:xfrm>
          <a:prstGeom prst="rect">
            <a:avLst/>
          </a:prstGeom>
          <a:noFill/>
          <a:ln>
            <a:noFill/>
          </a:ln>
        </p:spPr>
        <p:txBody>
          <a:bodyPr spcFirstLastPara="1" wrap="square" lIns="0" tIns="45700" rIns="0" bIns="45700" anchor="t" anchorCtr="0">
            <a:normAutofit/>
          </a:bodyPr>
          <a:lstStyle>
            <a:lvl1pPr lvl="0" algn="l">
              <a:lnSpc>
                <a:spcPct val="90000"/>
              </a:lnSpc>
              <a:spcBef>
                <a:spcPts val="1000"/>
              </a:spcBef>
              <a:spcAft>
                <a:spcPts val="0"/>
              </a:spcAft>
              <a:buClr>
                <a:schemeClr val="lt1"/>
              </a:buClr>
              <a:buSzPts val="1800"/>
              <a:buNone/>
              <a:defRPr sz="1800" b="0" i="0">
                <a:solidFill>
                  <a:schemeClr val="lt1"/>
                </a:solidFill>
                <a:latin typeface="Arial"/>
                <a:ea typeface="Arial"/>
                <a:cs typeface="Arial"/>
                <a:sym typeface="Arial"/>
              </a:defRPr>
            </a:lvl1pPr>
            <a:lvl2pPr lvl="1" algn="ctr">
              <a:lnSpc>
                <a:spcPct val="90000"/>
              </a:lnSpc>
              <a:spcBef>
                <a:spcPts val="500"/>
              </a:spcBef>
              <a:spcAft>
                <a:spcPts val="0"/>
              </a:spcAft>
              <a:buClr>
                <a:schemeClr val="lt2"/>
              </a:buClr>
              <a:buSzPts val="2000"/>
              <a:buNone/>
              <a:defRPr sz="2000"/>
            </a:lvl2pPr>
            <a:lvl3pPr lvl="2" algn="ctr">
              <a:lnSpc>
                <a:spcPct val="90000"/>
              </a:lnSpc>
              <a:spcBef>
                <a:spcPts val="500"/>
              </a:spcBef>
              <a:spcAft>
                <a:spcPts val="0"/>
              </a:spcAft>
              <a:buClr>
                <a:schemeClr val="lt2"/>
              </a:buClr>
              <a:buSzPts val="1800"/>
              <a:buNone/>
              <a:defRPr sz="1800"/>
            </a:lvl3pPr>
            <a:lvl4pPr lvl="3" algn="ctr">
              <a:lnSpc>
                <a:spcPct val="90000"/>
              </a:lnSpc>
              <a:spcBef>
                <a:spcPts val="500"/>
              </a:spcBef>
              <a:spcAft>
                <a:spcPts val="0"/>
              </a:spcAft>
              <a:buClr>
                <a:schemeClr val="lt2"/>
              </a:buClr>
              <a:buSzPts val="1600"/>
              <a:buNone/>
              <a:defRPr sz="1600"/>
            </a:lvl4pPr>
            <a:lvl5pPr lvl="4" algn="ctr">
              <a:lnSpc>
                <a:spcPct val="90000"/>
              </a:lnSpc>
              <a:spcBef>
                <a:spcPts val="500"/>
              </a:spcBef>
              <a:spcAft>
                <a:spcPts val="0"/>
              </a:spcAft>
              <a:buClr>
                <a:schemeClr val="lt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cxnSp>
        <p:nvCxnSpPr>
          <p:cNvPr id="84" name="Google Shape;84;p21"/>
          <p:cNvCxnSpPr/>
          <p:nvPr/>
        </p:nvCxnSpPr>
        <p:spPr>
          <a:xfrm>
            <a:off x="7942683" y="4305048"/>
            <a:ext cx="3539871" cy="0"/>
          </a:xfrm>
          <a:prstGeom prst="straightConnector1">
            <a:avLst/>
          </a:prstGeom>
          <a:noFill/>
          <a:ln w="19050" cap="flat" cmpd="sng">
            <a:solidFill>
              <a:schemeClr val="lt1"/>
            </a:solidFill>
            <a:prstDash val="solid"/>
            <a:miter lim="0"/>
            <a:headEnd type="none" w="sm" len="sm"/>
            <a:tailEnd type="none" w="sm" len="sm"/>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2 Column Content">
  <p:cSld name="2 Column Content">
    <p:bg>
      <p:bgPr>
        <a:solidFill>
          <a:schemeClr val="lt1"/>
        </a:solidFill>
        <a:effectLst/>
      </p:bgPr>
    </p:bg>
    <p:spTree>
      <p:nvGrpSpPr>
        <p:cNvPr id="1" name="Shape 85"/>
        <p:cNvGrpSpPr/>
        <p:nvPr/>
      </p:nvGrpSpPr>
      <p:grpSpPr>
        <a:xfrm>
          <a:off x="0" y="0"/>
          <a:ext cx="0" cy="0"/>
          <a:chOff x="0" y="0"/>
          <a:chExt cx="0" cy="0"/>
        </a:xfrm>
      </p:grpSpPr>
      <p:sp>
        <p:nvSpPr>
          <p:cNvPr id="86" name="Google Shape;86;p22"/>
          <p:cNvSpPr txBox="1">
            <a:spLocks noGrp="1"/>
          </p:cNvSpPr>
          <p:nvPr>
            <p:ph type="body" idx="1"/>
          </p:nvPr>
        </p:nvSpPr>
        <p:spPr>
          <a:xfrm>
            <a:off x="6217547" y="1132582"/>
            <a:ext cx="5669653" cy="5044382"/>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000"/>
              </a:spcBef>
              <a:spcAft>
                <a:spcPts val="0"/>
              </a:spcAft>
              <a:buClr>
                <a:schemeClr val="lt2"/>
              </a:buClr>
              <a:buSzPts val="1800"/>
              <a:buChar char="•"/>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Clr>
                <a:schemeClr val="lt2"/>
              </a:buClr>
              <a:buSzPts val="1800"/>
              <a:buChar char="•"/>
              <a:defRPr/>
            </a:lvl4pPr>
            <a:lvl5pPr marL="2286000" lvl="4" indent="-342900" algn="l">
              <a:lnSpc>
                <a:spcPct val="90000"/>
              </a:lnSpc>
              <a:spcBef>
                <a:spcPts val="500"/>
              </a:spcBef>
              <a:spcAft>
                <a:spcPts val="0"/>
              </a:spcAft>
              <a:buClr>
                <a:schemeClr val="l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87" name="Google Shape;87;p22"/>
          <p:cNvCxnSpPr/>
          <p:nvPr/>
        </p:nvCxnSpPr>
        <p:spPr>
          <a:xfrm>
            <a:off x="288235" y="975206"/>
            <a:ext cx="11598965" cy="0"/>
          </a:xfrm>
          <a:prstGeom prst="straightConnector1">
            <a:avLst/>
          </a:prstGeom>
          <a:noFill/>
          <a:ln w="19050" cap="flat" cmpd="sng">
            <a:solidFill>
              <a:schemeClr val="accent2"/>
            </a:solidFill>
            <a:prstDash val="solid"/>
            <a:miter lim="0"/>
            <a:headEnd type="none" w="sm" len="sm"/>
            <a:tailEnd type="none" w="sm" len="sm"/>
          </a:ln>
        </p:spPr>
      </p:cxnSp>
      <p:sp>
        <p:nvSpPr>
          <p:cNvPr id="88" name="Google Shape;88;p22"/>
          <p:cNvSpPr txBox="1">
            <a:spLocks noGrp="1"/>
          </p:cNvSpPr>
          <p:nvPr>
            <p:ph type="body" idx="2"/>
          </p:nvPr>
        </p:nvSpPr>
        <p:spPr>
          <a:xfrm>
            <a:off x="288235" y="1132582"/>
            <a:ext cx="5669653" cy="5044382"/>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000"/>
              </a:spcBef>
              <a:spcAft>
                <a:spcPts val="0"/>
              </a:spcAft>
              <a:buClr>
                <a:schemeClr val="lt2"/>
              </a:buClr>
              <a:buSzPts val="1800"/>
              <a:buChar char="•"/>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Clr>
                <a:schemeClr val="lt2"/>
              </a:buClr>
              <a:buSzPts val="1800"/>
              <a:buChar char="•"/>
              <a:defRPr/>
            </a:lvl4pPr>
            <a:lvl5pPr marL="2286000" lvl="4" indent="-342900" algn="l">
              <a:lnSpc>
                <a:spcPct val="90000"/>
              </a:lnSpc>
              <a:spcBef>
                <a:spcPts val="500"/>
              </a:spcBef>
              <a:spcAft>
                <a:spcPts val="0"/>
              </a:spcAft>
              <a:buClr>
                <a:schemeClr val="l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9" name="Google Shape;89;p22"/>
          <p:cNvSpPr txBox="1">
            <a:spLocks noGrp="1"/>
          </p:cNvSpPr>
          <p:nvPr>
            <p:ph type="title"/>
          </p:nvPr>
        </p:nvSpPr>
        <p:spPr>
          <a:xfrm>
            <a:off x="288235" y="258418"/>
            <a:ext cx="9601200" cy="538416"/>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22"/>
          <p:cNvSpPr/>
          <p:nvPr/>
        </p:nvSpPr>
        <p:spPr>
          <a:xfrm>
            <a:off x="10379765" y="477446"/>
            <a:ext cx="1524000" cy="10510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2 Column Content with Intro">
  <p:cSld name="2 Column Content with Intro">
    <p:bg>
      <p:bgPr>
        <a:solidFill>
          <a:schemeClr val="lt1"/>
        </a:solidFill>
        <a:effectLst/>
      </p:bgPr>
    </p:bg>
    <p:spTree>
      <p:nvGrpSpPr>
        <p:cNvPr id="1" name="Shape 91"/>
        <p:cNvGrpSpPr/>
        <p:nvPr/>
      </p:nvGrpSpPr>
      <p:grpSpPr>
        <a:xfrm>
          <a:off x="0" y="0"/>
          <a:ext cx="0" cy="0"/>
          <a:chOff x="0" y="0"/>
          <a:chExt cx="0" cy="0"/>
        </a:xfrm>
      </p:grpSpPr>
      <p:sp>
        <p:nvSpPr>
          <p:cNvPr id="92" name="Google Shape;92;p23"/>
          <p:cNvSpPr txBox="1">
            <a:spLocks noGrp="1"/>
          </p:cNvSpPr>
          <p:nvPr>
            <p:ph type="body" idx="1"/>
          </p:nvPr>
        </p:nvSpPr>
        <p:spPr>
          <a:xfrm>
            <a:off x="6217547" y="2029032"/>
            <a:ext cx="5669653" cy="4147931"/>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000"/>
              </a:spcBef>
              <a:spcAft>
                <a:spcPts val="0"/>
              </a:spcAft>
              <a:buClr>
                <a:schemeClr val="lt2"/>
              </a:buClr>
              <a:buSzPts val="1800"/>
              <a:buChar char="•"/>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Clr>
                <a:schemeClr val="lt2"/>
              </a:buClr>
              <a:buSzPts val="1800"/>
              <a:buChar char="•"/>
              <a:defRPr/>
            </a:lvl4pPr>
            <a:lvl5pPr marL="2286000" lvl="4" indent="-342900" algn="l">
              <a:lnSpc>
                <a:spcPct val="90000"/>
              </a:lnSpc>
              <a:spcBef>
                <a:spcPts val="500"/>
              </a:spcBef>
              <a:spcAft>
                <a:spcPts val="0"/>
              </a:spcAft>
              <a:buClr>
                <a:schemeClr val="l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93" name="Google Shape;93;p23"/>
          <p:cNvCxnSpPr/>
          <p:nvPr/>
        </p:nvCxnSpPr>
        <p:spPr>
          <a:xfrm>
            <a:off x="288235" y="975206"/>
            <a:ext cx="11598965" cy="0"/>
          </a:xfrm>
          <a:prstGeom prst="straightConnector1">
            <a:avLst/>
          </a:prstGeom>
          <a:noFill/>
          <a:ln w="19050" cap="flat" cmpd="sng">
            <a:solidFill>
              <a:schemeClr val="accent2"/>
            </a:solidFill>
            <a:prstDash val="solid"/>
            <a:miter lim="0"/>
            <a:headEnd type="none" w="sm" len="sm"/>
            <a:tailEnd type="none" w="sm" len="sm"/>
          </a:ln>
        </p:spPr>
      </p:cxnSp>
      <p:sp>
        <p:nvSpPr>
          <p:cNvPr id="94" name="Google Shape;94;p23"/>
          <p:cNvSpPr txBox="1">
            <a:spLocks noGrp="1"/>
          </p:cNvSpPr>
          <p:nvPr>
            <p:ph type="body" idx="2"/>
          </p:nvPr>
        </p:nvSpPr>
        <p:spPr>
          <a:xfrm>
            <a:off x="288235" y="2029032"/>
            <a:ext cx="5669653" cy="4147931"/>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000"/>
              </a:spcBef>
              <a:spcAft>
                <a:spcPts val="0"/>
              </a:spcAft>
              <a:buClr>
                <a:schemeClr val="lt2"/>
              </a:buClr>
              <a:buSzPts val="1800"/>
              <a:buChar char="•"/>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Clr>
                <a:schemeClr val="lt2"/>
              </a:buClr>
              <a:buSzPts val="1800"/>
              <a:buChar char="•"/>
              <a:defRPr/>
            </a:lvl4pPr>
            <a:lvl5pPr marL="2286000" lvl="4" indent="-342900" algn="l">
              <a:lnSpc>
                <a:spcPct val="90000"/>
              </a:lnSpc>
              <a:spcBef>
                <a:spcPts val="500"/>
              </a:spcBef>
              <a:spcAft>
                <a:spcPts val="0"/>
              </a:spcAft>
              <a:buClr>
                <a:schemeClr val="l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5" name="Google Shape;95;p23"/>
          <p:cNvSpPr txBox="1">
            <a:spLocks noGrp="1"/>
          </p:cNvSpPr>
          <p:nvPr>
            <p:ph type="title"/>
          </p:nvPr>
        </p:nvSpPr>
        <p:spPr>
          <a:xfrm>
            <a:off x="288235" y="258418"/>
            <a:ext cx="9601200" cy="538416"/>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23"/>
          <p:cNvSpPr/>
          <p:nvPr/>
        </p:nvSpPr>
        <p:spPr>
          <a:xfrm>
            <a:off x="10379765" y="477446"/>
            <a:ext cx="1524000" cy="10510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23"/>
          <p:cNvSpPr txBox="1">
            <a:spLocks noGrp="1"/>
          </p:cNvSpPr>
          <p:nvPr>
            <p:ph type="body" idx="3"/>
          </p:nvPr>
        </p:nvSpPr>
        <p:spPr>
          <a:xfrm>
            <a:off x="304800" y="1136469"/>
            <a:ext cx="11598965" cy="659918"/>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000"/>
              </a:spcBef>
              <a:spcAft>
                <a:spcPts val="0"/>
              </a:spcAft>
              <a:buClr>
                <a:schemeClr val="lt2"/>
              </a:buClr>
              <a:buSzPts val="1800"/>
              <a:buNone/>
              <a:defRPr b="1"/>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Clr>
                <a:schemeClr val="lt2"/>
              </a:buClr>
              <a:buSzPts val="1800"/>
              <a:buChar char="•"/>
              <a:defRPr/>
            </a:lvl4pPr>
            <a:lvl5pPr marL="2286000" lvl="4" indent="-342900" algn="l">
              <a:lnSpc>
                <a:spcPct val="90000"/>
              </a:lnSpc>
              <a:spcBef>
                <a:spcPts val="500"/>
              </a:spcBef>
              <a:spcAft>
                <a:spcPts val="0"/>
              </a:spcAft>
              <a:buClr>
                <a:schemeClr val="l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3 Column Content">
  <p:cSld name="3 Column Content">
    <p:bg>
      <p:bgPr>
        <a:solidFill>
          <a:schemeClr val="lt1"/>
        </a:solidFill>
        <a:effectLst/>
      </p:bgPr>
    </p:bg>
    <p:spTree>
      <p:nvGrpSpPr>
        <p:cNvPr id="1" name="Shape 98"/>
        <p:cNvGrpSpPr/>
        <p:nvPr/>
      </p:nvGrpSpPr>
      <p:grpSpPr>
        <a:xfrm>
          <a:off x="0" y="0"/>
          <a:ext cx="0" cy="0"/>
          <a:chOff x="0" y="0"/>
          <a:chExt cx="0" cy="0"/>
        </a:xfrm>
      </p:grpSpPr>
      <p:sp>
        <p:nvSpPr>
          <p:cNvPr id="99" name="Google Shape;99;p24"/>
          <p:cNvSpPr txBox="1">
            <a:spLocks noGrp="1"/>
          </p:cNvSpPr>
          <p:nvPr>
            <p:ph type="body" idx="1"/>
          </p:nvPr>
        </p:nvSpPr>
        <p:spPr>
          <a:xfrm>
            <a:off x="8229600" y="1136698"/>
            <a:ext cx="3657600" cy="5040266"/>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000"/>
              </a:spcBef>
              <a:spcAft>
                <a:spcPts val="0"/>
              </a:spcAft>
              <a:buClr>
                <a:schemeClr val="lt2"/>
              </a:buClr>
              <a:buSzPts val="1800"/>
              <a:buChar char="•"/>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Clr>
                <a:schemeClr val="lt2"/>
              </a:buClr>
              <a:buSzPts val="1800"/>
              <a:buChar char="•"/>
              <a:defRPr/>
            </a:lvl4pPr>
            <a:lvl5pPr marL="2286000" lvl="4" indent="-342900" algn="l">
              <a:lnSpc>
                <a:spcPct val="90000"/>
              </a:lnSpc>
              <a:spcBef>
                <a:spcPts val="500"/>
              </a:spcBef>
              <a:spcAft>
                <a:spcPts val="0"/>
              </a:spcAft>
              <a:buClr>
                <a:schemeClr val="l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100" name="Google Shape;100;p24"/>
          <p:cNvCxnSpPr/>
          <p:nvPr/>
        </p:nvCxnSpPr>
        <p:spPr>
          <a:xfrm>
            <a:off x="288235" y="975206"/>
            <a:ext cx="11598965" cy="0"/>
          </a:xfrm>
          <a:prstGeom prst="straightConnector1">
            <a:avLst/>
          </a:prstGeom>
          <a:noFill/>
          <a:ln w="19050" cap="flat" cmpd="sng">
            <a:solidFill>
              <a:schemeClr val="accent2"/>
            </a:solidFill>
            <a:prstDash val="solid"/>
            <a:miter lim="0"/>
            <a:headEnd type="none" w="sm" len="sm"/>
            <a:tailEnd type="none" w="sm" len="sm"/>
          </a:ln>
        </p:spPr>
      </p:cxnSp>
      <p:sp>
        <p:nvSpPr>
          <p:cNvPr id="101" name="Google Shape;101;p24"/>
          <p:cNvSpPr txBox="1">
            <a:spLocks noGrp="1"/>
          </p:cNvSpPr>
          <p:nvPr>
            <p:ph type="body" idx="2"/>
          </p:nvPr>
        </p:nvSpPr>
        <p:spPr>
          <a:xfrm>
            <a:off x="4258917" y="1136454"/>
            <a:ext cx="3657600" cy="5044382"/>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000"/>
              </a:spcBef>
              <a:spcAft>
                <a:spcPts val="0"/>
              </a:spcAft>
              <a:buClr>
                <a:schemeClr val="lt2"/>
              </a:buClr>
              <a:buSzPts val="1800"/>
              <a:buChar char="•"/>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Clr>
                <a:schemeClr val="lt2"/>
              </a:buClr>
              <a:buSzPts val="1800"/>
              <a:buChar char="•"/>
              <a:defRPr/>
            </a:lvl4pPr>
            <a:lvl5pPr marL="2286000" lvl="4" indent="-342900" algn="l">
              <a:lnSpc>
                <a:spcPct val="90000"/>
              </a:lnSpc>
              <a:spcBef>
                <a:spcPts val="500"/>
              </a:spcBef>
              <a:spcAft>
                <a:spcPts val="0"/>
              </a:spcAft>
              <a:buClr>
                <a:schemeClr val="l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2" name="Google Shape;102;p24"/>
          <p:cNvSpPr txBox="1">
            <a:spLocks noGrp="1"/>
          </p:cNvSpPr>
          <p:nvPr>
            <p:ph type="title"/>
          </p:nvPr>
        </p:nvSpPr>
        <p:spPr>
          <a:xfrm>
            <a:off x="288234" y="258418"/>
            <a:ext cx="9601200" cy="538416"/>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24"/>
          <p:cNvSpPr txBox="1">
            <a:spLocks noGrp="1"/>
          </p:cNvSpPr>
          <p:nvPr>
            <p:ph type="body" idx="3"/>
          </p:nvPr>
        </p:nvSpPr>
        <p:spPr>
          <a:xfrm>
            <a:off x="287808" y="1136454"/>
            <a:ext cx="3657600" cy="5044382"/>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000"/>
              </a:spcBef>
              <a:spcAft>
                <a:spcPts val="0"/>
              </a:spcAft>
              <a:buClr>
                <a:schemeClr val="lt2"/>
              </a:buClr>
              <a:buSzPts val="1800"/>
              <a:buChar char="•"/>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Clr>
                <a:schemeClr val="lt2"/>
              </a:buClr>
              <a:buSzPts val="1800"/>
              <a:buChar char="•"/>
              <a:defRPr/>
            </a:lvl4pPr>
            <a:lvl5pPr marL="2286000" lvl="4" indent="-342900" algn="l">
              <a:lnSpc>
                <a:spcPct val="90000"/>
              </a:lnSpc>
              <a:spcBef>
                <a:spcPts val="500"/>
              </a:spcBef>
              <a:spcAft>
                <a:spcPts val="0"/>
              </a:spcAft>
              <a:buClr>
                <a:schemeClr val="l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24"/>
          <p:cNvSpPr/>
          <p:nvPr/>
        </p:nvSpPr>
        <p:spPr>
          <a:xfrm>
            <a:off x="10379765" y="477446"/>
            <a:ext cx="1524000" cy="10510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3 Column Content with Intro">
  <p:cSld name="3 Column Content with Intro">
    <p:bg>
      <p:bgPr>
        <a:solidFill>
          <a:schemeClr val="lt1"/>
        </a:solidFill>
        <a:effectLst/>
      </p:bgPr>
    </p:bg>
    <p:spTree>
      <p:nvGrpSpPr>
        <p:cNvPr id="1" name="Shape 105"/>
        <p:cNvGrpSpPr/>
        <p:nvPr/>
      </p:nvGrpSpPr>
      <p:grpSpPr>
        <a:xfrm>
          <a:off x="0" y="0"/>
          <a:ext cx="0" cy="0"/>
          <a:chOff x="0" y="0"/>
          <a:chExt cx="0" cy="0"/>
        </a:xfrm>
      </p:grpSpPr>
      <p:sp>
        <p:nvSpPr>
          <p:cNvPr id="106" name="Google Shape;106;p25"/>
          <p:cNvSpPr txBox="1">
            <a:spLocks noGrp="1"/>
          </p:cNvSpPr>
          <p:nvPr>
            <p:ph type="body" idx="1"/>
          </p:nvPr>
        </p:nvSpPr>
        <p:spPr>
          <a:xfrm>
            <a:off x="8229600" y="2028548"/>
            <a:ext cx="3657600" cy="4148416"/>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000"/>
              </a:spcBef>
              <a:spcAft>
                <a:spcPts val="0"/>
              </a:spcAft>
              <a:buClr>
                <a:schemeClr val="lt2"/>
              </a:buClr>
              <a:buSzPts val="1800"/>
              <a:buChar char="•"/>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Clr>
                <a:schemeClr val="lt2"/>
              </a:buClr>
              <a:buSzPts val="1800"/>
              <a:buChar char="•"/>
              <a:defRPr/>
            </a:lvl4pPr>
            <a:lvl5pPr marL="2286000" lvl="4" indent="-342900" algn="l">
              <a:lnSpc>
                <a:spcPct val="90000"/>
              </a:lnSpc>
              <a:spcBef>
                <a:spcPts val="500"/>
              </a:spcBef>
              <a:spcAft>
                <a:spcPts val="0"/>
              </a:spcAft>
              <a:buClr>
                <a:schemeClr val="l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107" name="Google Shape;107;p25"/>
          <p:cNvCxnSpPr/>
          <p:nvPr/>
        </p:nvCxnSpPr>
        <p:spPr>
          <a:xfrm>
            <a:off x="288235" y="975206"/>
            <a:ext cx="11598965" cy="0"/>
          </a:xfrm>
          <a:prstGeom prst="straightConnector1">
            <a:avLst/>
          </a:prstGeom>
          <a:noFill/>
          <a:ln w="19050" cap="flat" cmpd="sng">
            <a:solidFill>
              <a:schemeClr val="accent2"/>
            </a:solidFill>
            <a:prstDash val="solid"/>
            <a:miter lim="0"/>
            <a:headEnd type="none" w="sm" len="sm"/>
            <a:tailEnd type="none" w="sm" len="sm"/>
          </a:ln>
        </p:spPr>
      </p:cxnSp>
      <p:sp>
        <p:nvSpPr>
          <p:cNvPr id="108" name="Google Shape;108;p25"/>
          <p:cNvSpPr txBox="1">
            <a:spLocks noGrp="1"/>
          </p:cNvSpPr>
          <p:nvPr>
            <p:ph type="body" idx="2"/>
          </p:nvPr>
        </p:nvSpPr>
        <p:spPr>
          <a:xfrm>
            <a:off x="4258917" y="2029032"/>
            <a:ext cx="3657600" cy="4151804"/>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000"/>
              </a:spcBef>
              <a:spcAft>
                <a:spcPts val="0"/>
              </a:spcAft>
              <a:buClr>
                <a:schemeClr val="lt2"/>
              </a:buClr>
              <a:buSzPts val="1800"/>
              <a:buChar char="•"/>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Clr>
                <a:schemeClr val="lt2"/>
              </a:buClr>
              <a:buSzPts val="1800"/>
              <a:buChar char="•"/>
              <a:defRPr/>
            </a:lvl4pPr>
            <a:lvl5pPr marL="2286000" lvl="4" indent="-342900" algn="l">
              <a:lnSpc>
                <a:spcPct val="90000"/>
              </a:lnSpc>
              <a:spcBef>
                <a:spcPts val="500"/>
              </a:spcBef>
              <a:spcAft>
                <a:spcPts val="0"/>
              </a:spcAft>
              <a:buClr>
                <a:schemeClr val="l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9" name="Google Shape;109;p25"/>
          <p:cNvSpPr txBox="1">
            <a:spLocks noGrp="1"/>
          </p:cNvSpPr>
          <p:nvPr>
            <p:ph type="title"/>
          </p:nvPr>
        </p:nvSpPr>
        <p:spPr>
          <a:xfrm>
            <a:off x="288235" y="258418"/>
            <a:ext cx="9601200" cy="539496"/>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25"/>
          <p:cNvSpPr txBox="1">
            <a:spLocks noGrp="1"/>
          </p:cNvSpPr>
          <p:nvPr>
            <p:ph type="body" idx="3"/>
          </p:nvPr>
        </p:nvSpPr>
        <p:spPr>
          <a:xfrm>
            <a:off x="287808" y="2029032"/>
            <a:ext cx="3657600" cy="4151804"/>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000"/>
              </a:spcBef>
              <a:spcAft>
                <a:spcPts val="0"/>
              </a:spcAft>
              <a:buClr>
                <a:schemeClr val="lt2"/>
              </a:buClr>
              <a:buSzPts val="1800"/>
              <a:buChar char="•"/>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Clr>
                <a:schemeClr val="lt2"/>
              </a:buClr>
              <a:buSzPts val="1800"/>
              <a:buChar char="•"/>
              <a:defRPr/>
            </a:lvl4pPr>
            <a:lvl5pPr marL="2286000" lvl="4" indent="-342900" algn="l">
              <a:lnSpc>
                <a:spcPct val="90000"/>
              </a:lnSpc>
              <a:spcBef>
                <a:spcPts val="500"/>
              </a:spcBef>
              <a:spcAft>
                <a:spcPts val="0"/>
              </a:spcAft>
              <a:buClr>
                <a:schemeClr val="l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25"/>
          <p:cNvSpPr/>
          <p:nvPr/>
        </p:nvSpPr>
        <p:spPr>
          <a:xfrm>
            <a:off x="10379765" y="477446"/>
            <a:ext cx="1524000" cy="10510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25"/>
          <p:cNvSpPr txBox="1">
            <a:spLocks noGrp="1"/>
          </p:cNvSpPr>
          <p:nvPr>
            <p:ph type="body" idx="4"/>
          </p:nvPr>
        </p:nvSpPr>
        <p:spPr>
          <a:xfrm>
            <a:off x="288235" y="1136469"/>
            <a:ext cx="11598965" cy="659918"/>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000"/>
              </a:spcBef>
              <a:spcAft>
                <a:spcPts val="0"/>
              </a:spcAft>
              <a:buClr>
                <a:schemeClr val="lt2"/>
              </a:buClr>
              <a:buSzPts val="1800"/>
              <a:buNone/>
              <a:defRPr b="1"/>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Clr>
                <a:schemeClr val="lt2"/>
              </a:buClr>
              <a:buSzPts val="1800"/>
              <a:buChar char="•"/>
              <a:defRPr/>
            </a:lvl4pPr>
            <a:lvl5pPr marL="2286000" lvl="4" indent="-342900" algn="l">
              <a:lnSpc>
                <a:spcPct val="90000"/>
              </a:lnSpc>
              <a:spcBef>
                <a:spcPts val="500"/>
              </a:spcBef>
              <a:spcAft>
                <a:spcPts val="0"/>
              </a:spcAft>
              <a:buClr>
                <a:schemeClr val="l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4 Column Text">
  <p:cSld name="4 Column Text">
    <p:spTree>
      <p:nvGrpSpPr>
        <p:cNvPr id="1" name="Shape 113"/>
        <p:cNvGrpSpPr/>
        <p:nvPr/>
      </p:nvGrpSpPr>
      <p:grpSpPr>
        <a:xfrm>
          <a:off x="0" y="0"/>
          <a:ext cx="0" cy="0"/>
          <a:chOff x="0" y="0"/>
          <a:chExt cx="0" cy="0"/>
        </a:xfrm>
      </p:grpSpPr>
      <p:sp>
        <p:nvSpPr>
          <p:cNvPr id="114" name="Google Shape;114;p26"/>
          <p:cNvSpPr txBox="1">
            <a:spLocks noGrp="1"/>
          </p:cNvSpPr>
          <p:nvPr>
            <p:ph type="title"/>
          </p:nvPr>
        </p:nvSpPr>
        <p:spPr>
          <a:xfrm>
            <a:off x="288235" y="258417"/>
            <a:ext cx="9601200" cy="538417"/>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26"/>
          <p:cNvSpPr txBox="1">
            <a:spLocks noGrp="1"/>
          </p:cNvSpPr>
          <p:nvPr>
            <p:ph type="body" idx="1"/>
          </p:nvPr>
        </p:nvSpPr>
        <p:spPr>
          <a:xfrm>
            <a:off x="287658" y="1136454"/>
            <a:ext cx="2538092" cy="5040494"/>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1000"/>
              </a:spcBef>
              <a:spcAft>
                <a:spcPts val="0"/>
              </a:spcAft>
              <a:buClr>
                <a:schemeClr val="lt2"/>
              </a:buClr>
              <a:buSzPts val="1400"/>
              <a:buNone/>
              <a:defRPr sz="1400"/>
            </a:lvl1pPr>
            <a:lvl2pPr marL="914400" lvl="1" indent="-317500" algn="l">
              <a:lnSpc>
                <a:spcPct val="90000"/>
              </a:lnSpc>
              <a:spcBef>
                <a:spcPts val="500"/>
              </a:spcBef>
              <a:spcAft>
                <a:spcPts val="0"/>
              </a:spcAft>
              <a:buClr>
                <a:schemeClr val="lt2"/>
              </a:buClr>
              <a:buSzPts val="1400"/>
              <a:buChar char="•"/>
              <a:defRPr sz="1400"/>
            </a:lvl2pPr>
            <a:lvl3pPr marL="1371600" lvl="2" indent="-317500" algn="l">
              <a:lnSpc>
                <a:spcPct val="90000"/>
              </a:lnSpc>
              <a:spcBef>
                <a:spcPts val="500"/>
              </a:spcBef>
              <a:spcAft>
                <a:spcPts val="0"/>
              </a:spcAft>
              <a:buClr>
                <a:schemeClr val="lt2"/>
              </a:buClr>
              <a:buSzPts val="1400"/>
              <a:buChar char="•"/>
              <a:defRPr sz="1400"/>
            </a:lvl3pPr>
            <a:lvl4pPr marL="1828800" lvl="3" indent="-317500" algn="l">
              <a:lnSpc>
                <a:spcPct val="90000"/>
              </a:lnSpc>
              <a:spcBef>
                <a:spcPts val="500"/>
              </a:spcBef>
              <a:spcAft>
                <a:spcPts val="0"/>
              </a:spcAft>
              <a:buClr>
                <a:schemeClr val="lt2"/>
              </a:buClr>
              <a:buSzPts val="1400"/>
              <a:buChar char="•"/>
              <a:defRPr sz="1400"/>
            </a:lvl4pPr>
            <a:lvl5pPr marL="2286000" lvl="4" indent="-317500" algn="l">
              <a:lnSpc>
                <a:spcPct val="90000"/>
              </a:lnSpc>
              <a:spcBef>
                <a:spcPts val="500"/>
              </a:spcBef>
              <a:spcAft>
                <a:spcPts val="0"/>
              </a:spcAft>
              <a:buClr>
                <a:schemeClr val="lt2"/>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26"/>
          <p:cNvSpPr txBox="1">
            <a:spLocks noGrp="1"/>
          </p:cNvSpPr>
          <p:nvPr>
            <p:ph type="body" idx="2"/>
          </p:nvPr>
        </p:nvSpPr>
        <p:spPr>
          <a:xfrm>
            <a:off x="3188513" y="1136454"/>
            <a:ext cx="2538092" cy="5040494"/>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1000"/>
              </a:spcBef>
              <a:spcAft>
                <a:spcPts val="0"/>
              </a:spcAft>
              <a:buClr>
                <a:schemeClr val="lt2"/>
              </a:buClr>
              <a:buSzPts val="1400"/>
              <a:buNone/>
              <a:defRPr sz="1400"/>
            </a:lvl1pPr>
            <a:lvl2pPr marL="914400" lvl="1" indent="-317500" algn="l">
              <a:lnSpc>
                <a:spcPct val="90000"/>
              </a:lnSpc>
              <a:spcBef>
                <a:spcPts val="500"/>
              </a:spcBef>
              <a:spcAft>
                <a:spcPts val="0"/>
              </a:spcAft>
              <a:buClr>
                <a:schemeClr val="lt2"/>
              </a:buClr>
              <a:buSzPts val="1400"/>
              <a:buChar char="•"/>
              <a:defRPr sz="1400"/>
            </a:lvl2pPr>
            <a:lvl3pPr marL="1371600" lvl="2" indent="-317500" algn="l">
              <a:lnSpc>
                <a:spcPct val="90000"/>
              </a:lnSpc>
              <a:spcBef>
                <a:spcPts val="500"/>
              </a:spcBef>
              <a:spcAft>
                <a:spcPts val="0"/>
              </a:spcAft>
              <a:buClr>
                <a:schemeClr val="lt2"/>
              </a:buClr>
              <a:buSzPts val="1400"/>
              <a:buChar char="•"/>
              <a:defRPr sz="1400"/>
            </a:lvl3pPr>
            <a:lvl4pPr marL="1828800" lvl="3" indent="-317500" algn="l">
              <a:lnSpc>
                <a:spcPct val="90000"/>
              </a:lnSpc>
              <a:spcBef>
                <a:spcPts val="500"/>
              </a:spcBef>
              <a:spcAft>
                <a:spcPts val="0"/>
              </a:spcAft>
              <a:buClr>
                <a:schemeClr val="lt2"/>
              </a:buClr>
              <a:buSzPts val="1400"/>
              <a:buChar char="•"/>
              <a:defRPr sz="1400"/>
            </a:lvl4pPr>
            <a:lvl5pPr marL="2286000" lvl="4" indent="-317500" algn="l">
              <a:lnSpc>
                <a:spcPct val="90000"/>
              </a:lnSpc>
              <a:spcBef>
                <a:spcPts val="500"/>
              </a:spcBef>
              <a:spcAft>
                <a:spcPts val="0"/>
              </a:spcAft>
              <a:buClr>
                <a:schemeClr val="lt2"/>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26"/>
          <p:cNvSpPr txBox="1">
            <a:spLocks noGrp="1"/>
          </p:cNvSpPr>
          <p:nvPr>
            <p:ph type="body" idx="3"/>
          </p:nvPr>
        </p:nvSpPr>
        <p:spPr>
          <a:xfrm>
            <a:off x="6089369" y="1136454"/>
            <a:ext cx="2538092" cy="5040494"/>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1000"/>
              </a:spcBef>
              <a:spcAft>
                <a:spcPts val="0"/>
              </a:spcAft>
              <a:buClr>
                <a:schemeClr val="lt2"/>
              </a:buClr>
              <a:buSzPts val="1400"/>
              <a:buNone/>
              <a:defRPr sz="1400"/>
            </a:lvl1pPr>
            <a:lvl2pPr marL="914400" lvl="1" indent="-317500" algn="l">
              <a:lnSpc>
                <a:spcPct val="90000"/>
              </a:lnSpc>
              <a:spcBef>
                <a:spcPts val="500"/>
              </a:spcBef>
              <a:spcAft>
                <a:spcPts val="0"/>
              </a:spcAft>
              <a:buClr>
                <a:schemeClr val="lt2"/>
              </a:buClr>
              <a:buSzPts val="1400"/>
              <a:buChar char="•"/>
              <a:defRPr sz="1400"/>
            </a:lvl2pPr>
            <a:lvl3pPr marL="1371600" lvl="2" indent="-317500" algn="l">
              <a:lnSpc>
                <a:spcPct val="90000"/>
              </a:lnSpc>
              <a:spcBef>
                <a:spcPts val="500"/>
              </a:spcBef>
              <a:spcAft>
                <a:spcPts val="0"/>
              </a:spcAft>
              <a:buClr>
                <a:schemeClr val="lt2"/>
              </a:buClr>
              <a:buSzPts val="1400"/>
              <a:buChar char="•"/>
              <a:defRPr sz="1400"/>
            </a:lvl3pPr>
            <a:lvl4pPr marL="1828800" lvl="3" indent="-317500" algn="l">
              <a:lnSpc>
                <a:spcPct val="90000"/>
              </a:lnSpc>
              <a:spcBef>
                <a:spcPts val="500"/>
              </a:spcBef>
              <a:spcAft>
                <a:spcPts val="0"/>
              </a:spcAft>
              <a:buClr>
                <a:schemeClr val="lt2"/>
              </a:buClr>
              <a:buSzPts val="1400"/>
              <a:buChar char="•"/>
              <a:defRPr sz="1400"/>
            </a:lvl4pPr>
            <a:lvl5pPr marL="2286000" lvl="4" indent="-317500" algn="l">
              <a:lnSpc>
                <a:spcPct val="90000"/>
              </a:lnSpc>
              <a:spcBef>
                <a:spcPts val="500"/>
              </a:spcBef>
              <a:spcAft>
                <a:spcPts val="0"/>
              </a:spcAft>
              <a:buClr>
                <a:schemeClr val="lt2"/>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8" name="Google Shape;118;p26"/>
          <p:cNvSpPr txBox="1">
            <a:spLocks noGrp="1"/>
          </p:cNvSpPr>
          <p:nvPr>
            <p:ph type="body" idx="4"/>
          </p:nvPr>
        </p:nvSpPr>
        <p:spPr>
          <a:xfrm>
            <a:off x="8990224" y="1136454"/>
            <a:ext cx="2538092" cy="5040494"/>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1000"/>
              </a:spcBef>
              <a:spcAft>
                <a:spcPts val="0"/>
              </a:spcAft>
              <a:buClr>
                <a:schemeClr val="lt2"/>
              </a:buClr>
              <a:buSzPts val="1400"/>
              <a:buNone/>
              <a:defRPr sz="1400"/>
            </a:lvl1pPr>
            <a:lvl2pPr marL="914400" lvl="1" indent="-317500" algn="l">
              <a:lnSpc>
                <a:spcPct val="90000"/>
              </a:lnSpc>
              <a:spcBef>
                <a:spcPts val="500"/>
              </a:spcBef>
              <a:spcAft>
                <a:spcPts val="0"/>
              </a:spcAft>
              <a:buClr>
                <a:schemeClr val="lt2"/>
              </a:buClr>
              <a:buSzPts val="1400"/>
              <a:buChar char="•"/>
              <a:defRPr sz="1400"/>
            </a:lvl2pPr>
            <a:lvl3pPr marL="1371600" lvl="2" indent="-317500" algn="l">
              <a:lnSpc>
                <a:spcPct val="90000"/>
              </a:lnSpc>
              <a:spcBef>
                <a:spcPts val="500"/>
              </a:spcBef>
              <a:spcAft>
                <a:spcPts val="0"/>
              </a:spcAft>
              <a:buClr>
                <a:schemeClr val="lt2"/>
              </a:buClr>
              <a:buSzPts val="1400"/>
              <a:buChar char="•"/>
              <a:defRPr sz="1400"/>
            </a:lvl3pPr>
            <a:lvl4pPr marL="1828800" lvl="3" indent="-317500" algn="l">
              <a:lnSpc>
                <a:spcPct val="90000"/>
              </a:lnSpc>
              <a:spcBef>
                <a:spcPts val="500"/>
              </a:spcBef>
              <a:spcAft>
                <a:spcPts val="0"/>
              </a:spcAft>
              <a:buClr>
                <a:schemeClr val="lt2"/>
              </a:buClr>
              <a:buSzPts val="1400"/>
              <a:buChar char="•"/>
              <a:defRPr sz="1400"/>
            </a:lvl4pPr>
            <a:lvl5pPr marL="2286000" lvl="4" indent="-317500" algn="l">
              <a:lnSpc>
                <a:spcPct val="90000"/>
              </a:lnSpc>
              <a:spcBef>
                <a:spcPts val="500"/>
              </a:spcBef>
              <a:spcAft>
                <a:spcPts val="0"/>
              </a:spcAft>
              <a:buClr>
                <a:schemeClr val="lt2"/>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119" name="Google Shape;119;p26"/>
          <p:cNvCxnSpPr/>
          <p:nvPr/>
        </p:nvCxnSpPr>
        <p:spPr>
          <a:xfrm>
            <a:off x="288235" y="975206"/>
            <a:ext cx="11598965" cy="0"/>
          </a:xfrm>
          <a:prstGeom prst="straightConnector1">
            <a:avLst/>
          </a:prstGeom>
          <a:noFill/>
          <a:ln w="19050" cap="flat" cmpd="sng">
            <a:solidFill>
              <a:schemeClr val="accent2"/>
            </a:solidFill>
            <a:prstDash val="solid"/>
            <a:miter lim="0"/>
            <a:headEnd type="none" w="sm" len="sm"/>
            <a:tailEnd type="none" w="sm" len="sm"/>
          </a:ln>
        </p:spPr>
      </p:cxnSp>
      <p:sp>
        <p:nvSpPr>
          <p:cNvPr id="120" name="Google Shape;120;p26"/>
          <p:cNvSpPr/>
          <p:nvPr/>
        </p:nvSpPr>
        <p:spPr>
          <a:xfrm>
            <a:off x="10379765" y="477446"/>
            <a:ext cx="1524000" cy="10510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4 Column Text with Intro">
  <p:cSld name="4 Column Text with Intro">
    <p:spTree>
      <p:nvGrpSpPr>
        <p:cNvPr id="1" name="Shape 121"/>
        <p:cNvGrpSpPr/>
        <p:nvPr/>
      </p:nvGrpSpPr>
      <p:grpSpPr>
        <a:xfrm>
          <a:off x="0" y="0"/>
          <a:ext cx="0" cy="0"/>
          <a:chOff x="0" y="0"/>
          <a:chExt cx="0" cy="0"/>
        </a:xfrm>
      </p:grpSpPr>
      <p:sp>
        <p:nvSpPr>
          <p:cNvPr id="122" name="Google Shape;122;p27"/>
          <p:cNvSpPr txBox="1">
            <a:spLocks noGrp="1"/>
          </p:cNvSpPr>
          <p:nvPr>
            <p:ph type="title"/>
          </p:nvPr>
        </p:nvSpPr>
        <p:spPr>
          <a:xfrm>
            <a:off x="288235" y="258417"/>
            <a:ext cx="9601200" cy="538417"/>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p27"/>
          <p:cNvSpPr txBox="1">
            <a:spLocks noGrp="1"/>
          </p:cNvSpPr>
          <p:nvPr>
            <p:ph type="body" idx="1"/>
          </p:nvPr>
        </p:nvSpPr>
        <p:spPr>
          <a:xfrm>
            <a:off x="287658" y="2025142"/>
            <a:ext cx="2538092" cy="4151805"/>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1000"/>
              </a:spcBef>
              <a:spcAft>
                <a:spcPts val="0"/>
              </a:spcAft>
              <a:buClr>
                <a:schemeClr val="lt2"/>
              </a:buClr>
              <a:buSzPts val="1400"/>
              <a:buNone/>
              <a:defRPr sz="1400"/>
            </a:lvl1pPr>
            <a:lvl2pPr marL="914400" lvl="1" indent="-317500" algn="l">
              <a:lnSpc>
                <a:spcPct val="90000"/>
              </a:lnSpc>
              <a:spcBef>
                <a:spcPts val="500"/>
              </a:spcBef>
              <a:spcAft>
                <a:spcPts val="0"/>
              </a:spcAft>
              <a:buClr>
                <a:schemeClr val="lt2"/>
              </a:buClr>
              <a:buSzPts val="1400"/>
              <a:buChar char="•"/>
              <a:defRPr sz="1400"/>
            </a:lvl2pPr>
            <a:lvl3pPr marL="1371600" lvl="2" indent="-317500" algn="l">
              <a:lnSpc>
                <a:spcPct val="90000"/>
              </a:lnSpc>
              <a:spcBef>
                <a:spcPts val="500"/>
              </a:spcBef>
              <a:spcAft>
                <a:spcPts val="0"/>
              </a:spcAft>
              <a:buClr>
                <a:schemeClr val="lt2"/>
              </a:buClr>
              <a:buSzPts val="1400"/>
              <a:buChar char="•"/>
              <a:defRPr sz="1400"/>
            </a:lvl3pPr>
            <a:lvl4pPr marL="1828800" lvl="3" indent="-317500" algn="l">
              <a:lnSpc>
                <a:spcPct val="90000"/>
              </a:lnSpc>
              <a:spcBef>
                <a:spcPts val="500"/>
              </a:spcBef>
              <a:spcAft>
                <a:spcPts val="0"/>
              </a:spcAft>
              <a:buClr>
                <a:schemeClr val="lt2"/>
              </a:buClr>
              <a:buSzPts val="1400"/>
              <a:buChar char="•"/>
              <a:defRPr sz="1400"/>
            </a:lvl4pPr>
            <a:lvl5pPr marL="2286000" lvl="4" indent="-317500" algn="l">
              <a:lnSpc>
                <a:spcPct val="90000"/>
              </a:lnSpc>
              <a:spcBef>
                <a:spcPts val="500"/>
              </a:spcBef>
              <a:spcAft>
                <a:spcPts val="0"/>
              </a:spcAft>
              <a:buClr>
                <a:schemeClr val="lt2"/>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4" name="Google Shape;124;p27"/>
          <p:cNvSpPr txBox="1">
            <a:spLocks noGrp="1"/>
          </p:cNvSpPr>
          <p:nvPr>
            <p:ph type="body" idx="2"/>
          </p:nvPr>
        </p:nvSpPr>
        <p:spPr>
          <a:xfrm>
            <a:off x="3188513" y="2025142"/>
            <a:ext cx="2538092" cy="4151805"/>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1000"/>
              </a:spcBef>
              <a:spcAft>
                <a:spcPts val="0"/>
              </a:spcAft>
              <a:buClr>
                <a:schemeClr val="lt2"/>
              </a:buClr>
              <a:buSzPts val="1400"/>
              <a:buNone/>
              <a:defRPr sz="1400"/>
            </a:lvl1pPr>
            <a:lvl2pPr marL="914400" lvl="1" indent="-317500" algn="l">
              <a:lnSpc>
                <a:spcPct val="90000"/>
              </a:lnSpc>
              <a:spcBef>
                <a:spcPts val="500"/>
              </a:spcBef>
              <a:spcAft>
                <a:spcPts val="0"/>
              </a:spcAft>
              <a:buClr>
                <a:schemeClr val="lt2"/>
              </a:buClr>
              <a:buSzPts val="1400"/>
              <a:buChar char="•"/>
              <a:defRPr sz="1400"/>
            </a:lvl2pPr>
            <a:lvl3pPr marL="1371600" lvl="2" indent="-317500" algn="l">
              <a:lnSpc>
                <a:spcPct val="90000"/>
              </a:lnSpc>
              <a:spcBef>
                <a:spcPts val="500"/>
              </a:spcBef>
              <a:spcAft>
                <a:spcPts val="0"/>
              </a:spcAft>
              <a:buClr>
                <a:schemeClr val="lt2"/>
              </a:buClr>
              <a:buSzPts val="1400"/>
              <a:buChar char="•"/>
              <a:defRPr sz="1400"/>
            </a:lvl3pPr>
            <a:lvl4pPr marL="1828800" lvl="3" indent="-317500" algn="l">
              <a:lnSpc>
                <a:spcPct val="90000"/>
              </a:lnSpc>
              <a:spcBef>
                <a:spcPts val="500"/>
              </a:spcBef>
              <a:spcAft>
                <a:spcPts val="0"/>
              </a:spcAft>
              <a:buClr>
                <a:schemeClr val="lt2"/>
              </a:buClr>
              <a:buSzPts val="1400"/>
              <a:buChar char="•"/>
              <a:defRPr sz="1400"/>
            </a:lvl4pPr>
            <a:lvl5pPr marL="2286000" lvl="4" indent="-317500" algn="l">
              <a:lnSpc>
                <a:spcPct val="90000"/>
              </a:lnSpc>
              <a:spcBef>
                <a:spcPts val="500"/>
              </a:spcBef>
              <a:spcAft>
                <a:spcPts val="0"/>
              </a:spcAft>
              <a:buClr>
                <a:schemeClr val="lt2"/>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5" name="Google Shape;125;p27"/>
          <p:cNvSpPr txBox="1">
            <a:spLocks noGrp="1"/>
          </p:cNvSpPr>
          <p:nvPr>
            <p:ph type="body" idx="3"/>
          </p:nvPr>
        </p:nvSpPr>
        <p:spPr>
          <a:xfrm>
            <a:off x="6089369" y="2025142"/>
            <a:ext cx="2538092" cy="4151805"/>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1000"/>
              </a:spcBef>
              <a:spcAft>
                <a:spcPts val="0"/>
              </a:spcAft>
              <a:buClr>
                <a:schemeClr val="lt2"/>
              </a:buClr>
              <a:buSzPts val="1400"/>
              <a:buNone/>
              <a:defRPr sz="1400"/>
            </a:lvl1pPr>
            <a:lvl2pPr marL="914400" lvl="1" indent="-317500" algn="l">
              <a:lnSpc>
                <a:spcPct val="90000"/>
              </a:lnSpc>
              <a:spcBef>
                <a:spcPts val="500"/>
              </a:spcBef>
              <a:spcAft>
                <a:spcPts val="0"/>
              </a:spcAft>
              <a:buClr>
                <a:schemeClr val="lt2"/>
              </a:buClr>
              <a:buSzPts val="1400"/>
              <a:buChar char="•"/>
              <a:defRPr sz="1400"/>
            </a:lvl2pPr>
            <a:lvl3pPr marL="1371600" lvl="2" indent="-317500" algn="l">
              <a:lnSpc>
                <a:spcPct val="90000"/>
              </a:lnSpc>
              <a:spcBef>
                <a:spcPts val="500"/>
              </a:spcBef>
              <a:spcAft>
                <a:spcPts val="0"/>
              </a:spcAft>
              <a:buClr>
                <a:schemeClr val="lt2"/>
              </a:buClr>
              <a:buSzPts val="1400"/>
              <a:buChar char="•"/>
              <a:defRPr sz="1400"/>
            </a:lvl3pPr>
            <a:lvl4pPr marL="1828800" lvl="3" indent="-317500" algn="l">
              <a:lnSpc>
                <a:spcPct val="90000"/>
              </a:lnSpc>
              <a:spcBef>
                <a:spcPts val="500"/>
              </a:spcBef>
              <a:spcAft>
                <a:spcPts val="0"/>
              </a:spcAft>
              <a:buClr>
                <a:schemeClr val="lt2"/>
              </a:buClr>
              <a:buSzPts val="1400"/>
              <a:buChar char="•"/>
              <a:defRPr sz="1400"/>
            </a:lvl4pPr>
            <a:lvl5pPr marL="2286000" lvl="4" indent="-317500" algn="l">
              <a:lnSpc>
                <a:spcPct val="90000"/>
              </a:lnSpc>
              <a:spcBef>
                <a:spcPts val="500"/>
              </a:spcBef>
              <a:spcAft>
                <a:spcPts val="0"/>
              </a:spcAft>
              <a:buClr>
                <a:schemeClr val="lt2"/>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6" name="Google Shape;126;p27"/>
          <p:cNvSpPr txBox="1">
            <a:spLocks noGrp="1"/>
          </p:cNvSpPr>
          <p:nvPr>
            <p:ph type="body" idx="4"/>
          </p:nvPr>
        </p:nvSpPr>
        <p:spPr>
          <a:xfrm>
            <a:off x="8990224" y="2025142"/>
            <a:ext cx="2538092" cy="4151805"/>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1000"/>
              </a:spcBef>
              <a:spcAft>
                <a:spcPts val="0"/>
              </a:spcAft>
              <a:buClr>
                <a:schemeClr val="lt2"/>
              </a:buClr>
              <a:buSzPts val="1400"/>
              <a:buNone/>
              <a:defRPr sz="1400"/>
            </a:lvl1pPr>
            <a:lvl2pPr marL="914400" lvl="1" indent="-317500" algn="l">
              <a:lnSpc>
                <a:spcPct val="90000"/>
              </a:lnSpc>
              <a:spcBef>
                <a:spcPts val="500"/>
              </a:spcBef>
              <a:spcAft>
                <a:spcPts val="0"/>
              </a:spcAft>
              <a:buClr>
                <a:schemeClr val="lt2"/>
              </a:buClr>
              <a:buSzPts val="1400"/>
              <a:buChar char="•"/>
              <a:defRPr sz="1400"/>
            </a:lvl2pPr>
            <a:lvl3pPr marL="1371600" lvl="2" indent="-317500" algn="l">
              <a:lnSpc>
                <a:spcPct val="90000"/>
              </a:lnSpc>
              <a:spcBef>
                <a:spcPts val="500"/>
              </a:spcBef>
              <a:spcAft>
                <a:spcPts val="0"/>
              </a:spcAft>
              <a:buClr>
                <a:schemeClr val="lt2"/>
              </a:buClr>
              <a:buSzPts val="1400"/>
              <a:buChar char="•"/>
              <a:defRPr sz="1400"/>
            </a:lvl3pPr>
            <a:lvl4pPr marL="1828800" lvl="3" indent="-317500" algn="l">
              <a:lnSpc>
                <a:spcPct val="90000"/>
              </a:lnSpc>
              <a:spcBef>
                <a:spcPts val="500"/>
              </a:spcBef>
              <a:spcAft>
                <a:spcPts val="0"/>
              </a:spcAft>
              <a:buClr>
                <a:schemeClr val="lt2"/>
              </a:buClr>
              <a:buSzPts val="1400"/>
              <a:buChar char="•"/>
              <a:defRPr sz="1400"/>
            </a:lvl4pPr>
            <a:lvl5pPr marL="2286000" lvl="4" indent="-317500" algn="l">
              <a:lnSpc>
                <a:spcPct val="90000"/>
              </a:lnSpc>
              <a:spcBef>
                <a:spcPts val="500"/>
              </a:spcBef>
              <a:spcAft>
                <a:spcPts val="0"/>
              </a:spcAft>
              <a:buClr>
                <a:schemeClr val="lt2"/>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127" name="Google Shape;127;p27"/>
          <p:cNvCxnSpPr/>
          <p:nvPr/>
        </p:nvCxnSpPr>
        <p:spPr>
          <a:xfrm>
            <a:off x="288235" y="975206"/>
            <a:ext cx="11598965" cy="0"/>
          </a:xfrm>
          <a:prstGeom prst="straightConnector1">
            <a:avLst/>
          </a:prstGeom>
          <a:noFill/>
          <a:ln w="19050" cap="flat" cmpd="sng">
            <a:solidFill>
              <a:schemeClr val="accent2"/>
            </a:solidFill>
            <a:prstDash val="solid"/>
            <a:miter lim="0"/>
            <a:headEnd type="none" w="sm" len="sm"/>
            <a:tailEnd type="none" w="sm" len="sm"/>
          </a:ln>
        </p:spPr>
      </p:cxnSp>
      <p:sp>
        <p:nvSpPr>
          <p:cNvPr id="128" name="Google Shape;128;p27"/>
          <p:cNvSpPr/>
          <p:nvPr/>
        </p:nvSpPr>
        <p:spPr>
          <a:xfrm>
            <a:off x="10379765" y="477446"/>
            <a:ext cx="1524000" cy="10510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27"/>
          <p:cNvSpPr txBox="1">
            <a:spLocks noGrp="1"/>
          </p:cNvSpPr>
          <p:nvPr>
            <p:ph type="body" idx="5"/>
          </p:nvPr>
        </p:nvSpPr>
        <p:spPr>
          <a:xfrm>
            <a:off x="288235" y="1136469"/>
            <a:ext cx="11598965" cy="659918"/>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000"/>
              </a:spcBef>
              <a:spcAft>
                <a:spcPts val="0"/>
              </a:spcAft>
              <a:buClr>
                <a:schemeClr val="lt2"/>
              </a:buClr>
              <a:buSzPts val="1800"/>
              <a:buNone/>
              <a:defRPr b="1"/>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Clr>
                <a:schemeClr val="lt2"/>
              </a:buClr>
              <a:buSzPts val="1800"/>
              <a:buChar char="•"/>
              <a:defRPr/>
            </a:lvl4pPr>
            <a:lvl5pPr marL="2286000" lvl="4" indent="-342900" algn="l">
              <a:lnSpc>
                <a:spcPct val="90000"/>
              </a:lnSpc>
              <a:spcBef>
                <a:spcPts val="500"/>
              </a:spcBef>
              <a:spcAft>
                <a:spcPts val="0"/>
              </a:spcAft>
              <a:buClr>
                <a:schemeClr val="l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4 Column Icons">
  <p:cSld name="4 Column Icons">
    <p:spTree>
      <p:nvGrpSpPr>
        <p:cNvPr id="1" name="Shape 130"/>
        <p:cNvGrpSpPr/>
        <p:nvPr/>
      </p:nvGrpSpPr>
      <p:grpSpPr>
        <a:xfrm>
          <a:off x="0" y="0"/>
          <a:ext cx="0" cy="0"/>
          <a:chOff x="0" y="0"/>
          <a:chExt cx="0" cy="0"/>
        </a:xfrm>
      </p:grpSpPr>
      <p:sp>
        <p:nvSpPr>
          <p:cNvPr id="131" name="Google Shape;131;p28"/>
          <p:cNvSpPr>
            <a:spLocks noGrp="1"/>
          </p:cNvSpPr>
          <p:nvPr>
            <p:ph type="pic" idx="2"/>
          </p:nvPr>
        </p:nvSpPr>
        <p:spPr>
          <a:xfrm>
            <a:off x="288235" y="1136469"/>
            <a:ext cx="735012" cy="736600"/>
          </a:xfrm>
          <a:prstGeom prst="rect">
            <a:avLst/>
          </a:prstGeom>
          <a:noFill/>
          <a:ln>
            <a:noFill/>
          </a:ln>
        </p:spPr>
      </p:sp>
      <p:sp>
        <p:nvSpPr>
          <p:cNvPr id="132" name="Google Shape;132;p28"/>
          <p:cNvSpPr txBox="1">
            <a:spLocks noGrp="1"/>
          </p:cNvSpPr>
          <p:nvPr>
            <p:ph type="title"/>
          </p:nvPr>
        </p:nvSpPr>
        <p:spPr>
          <a:xfrm>
            <a:off x="288235" y="258417"/>
            <a:ext cx="9601200" cy="538417"/>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3" name="Google Shape;133;p28"/>
          <p:cNvSpPr txBox="1">
            <a:spLocks noGrp="1"/>
          </p:cNvSpPr>
          <p:nvPr>
            <p:ph type="body" idx="1"/>
          </p:nvPr>
        </p:nvSpPr>
        <p:spPr>
          <a:xfrm>
            <a:off x="287658" y="2034331"/>
            <a:ext cx="2538092" cy="3819931"/>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1000"/>
              </a:spcBef>
              <a:spcAft>
                <a:spcPts val="0"/>
              </a:spcAft>
              <a:buClr>
                <a:schemeClr val="lt2"/>
              </a:buClr>
              <a:buSzPts val="1400"/>
              <a:buNone/>
              <a:defRPr sz="1400"/>
            </a:lvl1pPr>
            <a:lvl2pPr marL="914400" lvl="1" indent="-317500" algn="l">
              <a:lnSpc>
                <a:spcPct val="90000"/>
              </a:lnSpc>
              <a:spcBef>
                <a:spcPts val="500"/>
              </a:spcBef>
              <a:spcAft>
                <a:spcPts val="0"/>
              </a:spcAft>
              <a:buClr>
                <a:schemeClr val="lt2"/>
              </a:buClr>
              <a:buSzPts val="1400"/>
              <a:buChar char="•"/>
              <a:defRPr sz="1400"/>
            </a:lvl2pPr>
            <a:lvl3pPr marL="1371600" lvl="2" indent="-317500" algn="l">
              <a:lnSpc>
                <a:spcPct val="90000"/>
              </a:lnSpc>
              <a:spcBef>
                <a:spcPts val="500"/>
              </a:spcBef>
              <a:spcAft>
                <a:spcPts val="0"/>
              </a:spcAft>
              <a:buClr>
                <a:schemeClr val="lt2"/>
              </a:buClr>
              <a:buSzPts val="1400"/>
              <a:buChar char="•"/>
              <a:defRPr sz="1400"/>
            </a:lvl3pPr>
            <a:lvl4pPr marL="1828800" lvl="3" indent="-317500" algn="l">
              <a:lnSpc>
                <a:spcPct val="90000"/>
              </a:lnSpc>
              <a:spcBef>
                <a:spcPts val="500"/>
              </a:spcBef>
              <a:spcAft>
                <a:spcPts val="0"/>
              </a:spcAft>
              <a:buClr>
                <a:schemeClr val="lt2"/>
              </a:buClr>
              <a:buSzPts val="1400"/>
              <a:buChar char="•"/>
              <a:defRPr sz="1400"/>
            </a:lvl4pPr>
            <a:lvl5pPr marL="2286000" lvl="4" indent="-317500" algn="l">
              <a:lnSpc>
                <a:spcPct val="90000"/>
              </a:lnSpc>
              <a:spcBef>
                <a:spcPts val="500"/>
              </a:spcBef>
              <a:spcAft>
                <a:spcPts val="0"/>
              </a:spcAft>
              <a:buClr>
                <a:schemeClr val="lt2"/>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4" name="Google Shape;134;p28"/>
          <p:cNvSpPr>
            <a:spLocks noGrp="1"/>
          </p:cNvSpPr>
          <p:nvPr>
            <p:ph type="pic" idx="3"/>
          </p:nvPr>
        </p:nvSpPr>
        <p:spPr>
          <a:xfrm>
            <a:off x="3189090" y="1136469"/>
            <a:ext cx="735012" cy="736600"/>
          </a:xfrm>
          <a:prstGeom prst="rect">
            <a:avLst/>
          </a:prstGeom>
          <a:noFill/>
          <a:ln>
            <a:noFill/>
          </a:ln>
        </p:spPr>
      </p:sp>
      <p:sp>
        <p:nvSpPr>
          <p:cNvPr id="135" name="Google Shape;135;p28"/>
          <p:cNvSpPr txBox="1">
            <a:spLocks noGrp="1"/>
          </p:cNvSpPr>
          <p:nvPr>
            <p:ph type="body" idx="4"/>
          </p:nvPr>
        </p:nvSpPr>
        <p:spPr>
          <a:xfrm>
            <a:off x="3188513" y="2034331"/>
            <a:ext cx="2538092" cy="3819931"/>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1000"/>
              </a:spcBef>
              <a:spcAft>
                <a:spcPts val="0"/>
              </a:spcAft>
              <a:buClr>
                <a:schemeClr val="lt2"/>
              </a:buClr>
              <a:buSzPts val="1400"/>
              <a:buNone/>
              <a:defRPr sz="1400"/>
            </a:lvl1pPr>
            <a:lvl2pPr marL="914400" lvl="1" indent="-317500" algn="l">
              <a:lnSpc>
                <a:spcPct val="90000"/>
              </a:lnSpc>
              <a:spcBef>
                <a:spcPts val="500"/>
              </a:spcBef>
              <a:spcAft>
                <a:spcPts val="0"/>
              </a:spcAft>
              <a:buClr>
                <a:schemeClr val="lt2"/>
              </a:buClr>
              <a:buSzPts val="1400"/>
              <a:buChar char="•"/>
              <a:defRPr sz="1400"/>
            </a:lvl2pPr>
            <a:lvl3pPr marL="1371600" lvl="2" indent="-317500" algn="l">
              <a:lnSpc>
                <a:spcPct val="90000"/>
              </a:lnSpc>
              <a:spcBef>
                <a:spcPts val="500"/>
              </a:spcBef>
              <a:spcAft>
                <a:spcPts val="0"/>
              </a:spcAft>
              <a:buClr>
                <a:schemeClr val="lt2"/>
              </a:buClr>
              <a:buSzPts val="1400"/>
              <a:buChar char="•"/>
              <a:defRPr sz="1400"/>
            </a:lvl3pPr>
            <a:lvl4pPr marL="1828800" lvl="3" indent="-317500" algn="l">
              <a:lnSpc>
                <a:spcPct val="90000"/>
              </a:lnSpc>
              <a:spcBef>
                <a:spcPts val="500"/>
              </a:spcBef>
              <a:spcAft>
                <a:spcPts val="0"/>
              </a:spcAft>
              <a:buClr>
                <a:schemeClr val="lt2"/>
              </a:buClr>
              <a:buSzPts val="1400"/>
              <a:buChar char="•"/>
              <a:defRPr sz="1400"/>
            </a:lvl4pPr>
            <a:lvl5pPr marL="2286000" lvl="4" indent="-317500" algn="l">
              <a:lnSpc>
                <a:spcPct val="90000"/>
              </a:lnSpc>
              <a:spcBef>
                <a:spcPts val="500"/>
              </a:spcBef>
              <a:spcAft>
                <a:spcPts val="0"/>
              </a:spcAft>
              <a:buClr>
                <a:schemeClr val="lt2"/>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6" name="Google Shape;136;p28"/>
          <p:cNvSpPr>
            <a:spLocks noGrp="1"/>
          </p:cNvSpPr>
          <p:nvPr>
            <p:ph type="pic" idx="5"/>
          </p:nvPr>
        </p:nvSpPr>
        <p:spPr>
          <a:xfrm>
            <a:off x="6089946" y="1136469"/>
            <a:ext cx="735012" cy="736600"/>
          </a:xfrm>
          <a:prstGeom prst="rect">
            <a:avLst/>
          </a:prstGeom>
          <a:noFill/>
          <a:ln>
            <a:noFill/>
          </a:ln>
        </p:spPr>
      </p:sp>
      <p:sp>
        <p:nvSpPr>
          <p:cNvPr id="137" name="Google Shape;137;p28"/>
          <p:cNvSpPr txBox="1">
            <a:spLocks noGrp="1"/>
          </p:cNvSpPr>
          <p:nvPr>
            <p:ph type="body" idx="6"/>
          </p:nvPr>
        </p:nvSpPr>
        <p:spPr>
          <a:xfrm>
            <a:off x="6089369" y="2034331"/>
            <a:ext cx="2538092" cy="3819931"/>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1000"/>
              </a:spcBef>
              <a:spcAft>
                <a:spcPts val="0"/>
              </a:spcAft>
              <a:buClr>
                <a:schemeClr val="lt2"/>
              </a:buClr>
              <a:buSzPts val="1400"/>
              <a:buNone/>
              <a:defRPr sz="1400"/>
            </a:lvl1pPr>
            <a:lvl2pPr marL="914400" lvl="1" indent="-317500" algn="l">
              <a:lnSpc>
                <a:spcPct val="90000"/>
              </a:lnSpc>
              <a:spcBef>
                <a:spcPts val="500"/>
              </a:spcBef>
              <a:spcAft>
                <a:spcPts val="0"/>
              </a:spcAft>
              <a:buClr>
                <a:schemeClr val="lt2"/>
              </a:buClr>
              <a:buSzPts val="1400"/>
              <a:buChar char="•"/>
              <a:defRPr sz="1400"/>
            </a:lvl2pPr>
            <a:lvl3pPr marL="1371600" lvl="2" indent="-317500" algn="l">
              <a:lnSpc>
                <a:spcPct val="90000"/>
              </a:lnSpc>
              <a:spcBef>
                <a:spcPts val="500"/>
              </a:spcBef>
              <a:spcAft>
                <a:spcPts val="0"/>
              </a:spcAft>
              <a:buClr>
                <a:schemeClr val="lt2"/>
              </a:buClr>
              <a:buSzPts val="1400"/>
              <a:buChar char="•"/>
              <a:defRPr sz="1400"/>
            </a:lvl3pPr>
            <a:lvl4pPr marL="1828800" lvl="3" indent="-317500" algn="l">
              <a:lnSpc>
                <a:spcPct val="90000"/>
              </a:lnSpc>
              <a:spcBef>
                <a:spcPts val="500"/>
              </a:spcBef>
              <a:spcAft>
                <a:spcPts val="0"/>
              </a:spcAft>
              <a:buClr>
                <a:schemeClr val="lt2"/>
              </a:buClr>
              <a:buSzPts val="1400"/>
              <a:buChar char="•"/>
              <a:defRPr sz="1400"/>
            </a:lvl4pPr>
            <a:lvl5pPr marL="2286000" lvl="4" indent="-317500" algn="l">
              <a:lnSpc>
                <a:spcPct val="90000"/>
              </a:lnSpc>
              <a:spcBef>
                <a:spcPts val="500"/>
              </a:spcBef>
              <a:spcAft>
                <a:spcPts val="0"/>
              </a:spcAft>
              <a:buClr>
                <a:schemeClr val="lt2"/>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8" name="Google Shape;138;p28"/>
          <p:cNvSpPr>
            <a:spLocks noGrp="1"/>
          </p:cNvSpPr>
          <p:nvPr>
            <p:ph type="pic" idx="7"/>
          </p:nvPr>
        </p:nvSpPr>
        <p:spPr>
          <a:xfrm>
            <a:off x="8990801" y="1136469"/>
            <a:ext cx="735012" cy="736600"/>
          </a:xfrm>
          <a:prstGeom prst="rect">
            <a:avLst/>
          </a:prstGeom>
          <a:noFill/>
          <a:ln>
            <a:noFill/>
          </a:ln>
        </p:spPr>
      </p:sp>
      <p:sp>
        <p:nvSpPr>
          <p:cNvPr id="139" name="Google Shape;139;p28"/>
          <p:cNvSpPr txBox="1">
            <a:spLocks noGrp="1"/>
          </p:cNvSpPr>
          <p:nvPr>
            <p:ph type="body" idx="8"/>
          </p:nvPr>
        </p:nvSpPr>
        <p:spPr>
          <a:xfrm>
            <a:off x="8990224" y="2034331"/>
            <a:ext cx="2538092" cy="3819931"/>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1000"/>
              </a:spcBef>
              <a:spcAft>
                <a:spcPts val="0"/>
              </a:spcAft>
              <a:buClr>
                <a:schemeClr val="lt2"/>
              </a:buClr>
              <a:buSzPts val="1400"/>
              <a:buNone/>
              <a:defRPr sz="1400"/>
            </a:lvl1pPr>
            <a:lvl2pPr marL="914400" lvl="1" indent="-317500" algn="l">
              <a:lnSpc>
                <a:spcPct val="90000"/>
              </a:lnSpc>
              <a:spcBef>
                <a:spcPts val="500"/>
              </a:spcBef>
              <a:spcAft>
                <a:spcPts val="0"/>
              </a:spcAft>
              <a:buClr>
                <a:schemeClr val="lt2"/>
              </a:buClr>
              <a:buSzPts val="1400"/>
              <a:buChar char="•"/>
              <a:defRPr sz="1400"/>
            </a:lvl2pPr>
            <a:lvl3pPr marL="1371600" lvl="2" indent="-317500" algn="l">
              <a:lnSpc>
                <a:spcPct val="90000"/>
              </a:lnSpc>
              <a:spcBef>
                <a:spcPts val="500"/>
              </a:spcBef>
              <a:spcAft>
                <a:spcPts val="0"/>
              </a:spcAft>
              <a:buClr>
                <a:schemeClr val="lt2"/>
              </a:buClr>
              <a:buSzPts val="1400"/>
              <a:buChar char="•"/>
              <a:defRPr sz="1400"/>
            </a:lvl3pPr>
            <a:lvl4pPr marL="1828800" lvl="3" indent="-317500" algn="l">
              <a:lnSpc>
                <a:spcPct val="90000"/>
              </a:lnSpc>
              <a:spcBef>
                <a:spcPts val="500"/>
              </a:spcBef>
              <a:spcAft>
                <a:spcPts val="0"/>
              </a:spcAft>
              <a:buClr>
                <a:schemeClr val="lt2"/>
              </a:buClr>
              <a:buSzPts val="1400"/>
              <a:buChar char="•"/>
              <a:defRPr sz="1400"/>
            </a:lvl4pPr>
            <a:lvl5pPr marL="2286000" lvl="4" indent="-317500" algn="l">
              <a:lnSpc>
                <a:spcPct val="90000"/>
              </a:lnSpc>
              <a:spcBef>
                <a:spcPts val="500"/>
              </a:spcBef>
              <a:spcAft>
                <a:spcPts val="0"/>
              </a:spcAft>
              <a:buClr>
                <a:schemeClr val="lt2"/>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140" name="Google Shape;140;p28"/>
          <p:cNvCxnSpPr/>
          <p:nvPr/>
        </p:nvCxnSpPr>
        <p:spPr>
          <a:xfrm>
            <a:off x="288235" y="975206"/>
            <a:ext cx="11598965" cy="0"/>
          </a:xfrm>
          <a:prstGeom prst="straightConnector1">
            <a:avLst/>
          </a:prstGeom>
          <a:noFill/>
          <a:ln w="19050" cap="flat" cmpd="sng">
            <a:solidFill>
              <a:schemeClr val="accent2"/>
            </a:solidFill>
            <a:prstDash val="solid"/>
            <a:miter lim="0"/>
            <a:headEnd type="none" w="sm" len="sm"/>
            <a:tailEnd type="none" w="sm" len="sm"/>
          </a:ln>
        </p:spPr>
      </p:cxnSp>
      <p:sp>
        <p:nvSpPr>
          <p:cNvPr id="141" name="Google Shape;141;p28"/>
          <p:cNvSpPr/>
          <p:nvPr/>
        </p:nvSpPr>
        <p:spPr>
          <a:xfrm>
            <a:off x="10379765" y="477446"/>
            <a:ext cx="1524000" cy="10510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0 Section with Icons">
  <p:cSld name="10 Section with Icons">
    <p:spTree>
      <p:nvGrpSpPr>
        <p:cNvPr id="1" name="Shape 142"/>
        <p:cNvGrpSpPr/>
        <p:nvPr/>
      </p:nvGrpSpPr>
      <p:grpSpPr>
        <a:xfrm>
          <a:off x="0" y="0"/>
          <a:ext cx="0" cy="0"/>
          <a:chOff x="0" y="0"/>
          <a:chExt cx="0" cy="0"/>
        </a:xfrm>
      </p:grpSpPr>
      <p:sp>
        <p:nvSpPr>
          <p:cNvPr id="143" name="Google Shape;143;p29"/>
          <p:cNvSpPr>
            <a:spLocks noGrp="1"/>
          </p:cNvSpPr>
          <p:nvPr>
            <p:ph type="pic" idx="2"/>
          </p:nvPr>
        </p:nvSpPr>
        <p:spPr>
          <a:xfrm>
            <a:off x="288235" y="1136469"/>
            <a:ext cx="735012" cy="736600"/>
          </a:xfrm>
          <a:prstGeom prst="rect">
            <a:avLst/>
          </a:prstGeom>
          <a:noFill/>
          <a:ln>
            <a:noFill/>
          </a:ln>
        </p:spPr>
      </p:sp>
      <p:sp>
        <p:nvSpPr>
          <p:cNvPr id="144" name="Google Shape;144;p29"/>
          <p:cNvSpPr txBox="1">
            <a:spLocks noGrp="1"/>
          </p:cNvSpPr>
          <p:nvPr>
            <p:ph type="title"/>
          </p:nvPr>
        </p:nvSpPr>
        <p:spPr>
          <a:xfrm>
            <a:off x="288235" y="258417"/>
            <a:ext cx="9601200" cy="538417"/>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p29"/>
          <p:cNvSpPr txBox="1">
            <a:spLocks noGrp="1"/>
          </p:cNvSpPr>
          <p:nvPr>
            <p:ph type="body" idx="1"/>
          </p:nvPr>
        </p:nvSpPr>
        <p:spPr>
          <a:xfrm>
            <a:off x="287658" y="2026087"/>
            <a:ext cx="2145062" cy="1428275"/>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000"/>
              </a:spcBef>
              <a:spcAft>
                <a:spcPts val="0"/>
              </a:spcAft>
              <a:buClr>
                <a:schemeClr val="lt2"/>
              </a:buClr>
              <a:buSzPts val="1400"/>
              <a:buNone/>
              <a:defRPr sz="1400"/>
            </a:lvl1pPr>
            <a:lvl2pPr marL="914400" lvl="1" indent="-317500" algn="l">
              <a:lnSpc>
                <a:spcPct val="90000"/>
              </a:lnSpc>
              <a:spcBef>
                <a:spcPts val="500"/>
              </a:spcBef>
              <a:spcAft>
                <a:spcPts val="0"/>
              </a:spcAft>
              <a:buClr>
                <a:schemeClr val="lt2"/>
              </a:buClr>
              <a:buSzPts val="1400"/>
              <a:buChar char="•"/>
              <a:defRPr sz="1400"/>
            </a:lvl2pPr>
            <a:lvl3pPr marL="1371600" lvl="2" indent="-317500" algn="l">
              <a:lnSpc>
                <a:spcPct val="90000"/>
              </a:lnSpc>
              <a:spcBef>
                <a:spcPts val="500"/>
              </a:spcBef>
              <a:spcAft>
                <a:spcPts val="0"/>
              </a:spcAft>
              <a:buClr>
                <a:schemeClr val="lt2"/>
              </a:buClr>
              <a:buSzPts val="1400"/>
              <a:buChar char="•"/>
              <a:defRPr sz="1400"/>
            </a:lvl3pPr>
            <a:lvl4pPr marL="1828800" lvl="3" indent="-317500" algn="l">
              <a:lnSpc>
                <a:spcPct val="90000"/>
              </a:lnSpc>
              <a:spcBef>
                <a:spcPts val="500"/>
              </a:spcBef>
              <a:spcAft>
                <a:spcPts val="0"/>
              </a:spcAft>
              <a:buClr>
                <a:schemeClr val="lt2"/>
              </a:buClr>
              <a:buSzPts val="1400"/>
              <a:buChar char="•"/>
              <a:defRPr sz="1400"/>
            </a:lvl4pPr>
            <a:lvl5pPr marL="2286000" lvl="4" indent="-317500" algn="l">
              <a:lnSpc>
                <a:spcPct val="90000"/>
              </a:lnSpc>
              <a:spcBef>
                <a:spcPts val="500"/>
              </a:spcBef>
              <a:spcAft>
                <a:spcPts val="0"/>
              </a:spcAft>
              <a:buClr>
                <a:schemeClr val="lt2"/>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6" name="Google Shape;146;p29"/>
          <p:cNvSpPr>
            <a:spLocks noGrp="1"/>
          </p:cNvSpPr>
          <p:nvPr>
            <p:ph type="pic" idx="3"/>
          </p:nvPr>
        </p:nvSpPr>
        <p:spPr>
          <a:xfrm>
            <a:off x="2651278" y="1136469"/>
            <a:ext cx="735012" cy="736600"/>
          </a:xfrm>
          <a:prstGeom prst="rect">
            <a:avLst/>
          </a:prstGeom>
          <a:noFill/>
          <a:ln>
            <a:noFill/>
          </a:ln>
        </p:spPr>
      </p:sp>
      <p:sp>
        <p:nvSpPr>
          <p:cNvPr id="147" name="Google Shape;147;p29"/>
          <p:cNvSpPr txBox="1">
            <a:spLocks noGrp="1"/>
          </p:cNvSpPr>
          <p:nvPr>
            <p:ph type="body" idx="4"/>
          </p:nvPr>
        </p:nvSpPr>
        <p:spPr>
          <a:xfrm>
            <a:off x="2651278" y="2026087"/>
            <a:ext cx="2145062" cy="1428275"/>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000"/>
              </a:spcBef>
              <a:spcAft>
                <a:spcPts val="0"/>
              </a:spcAft>
              <a:buClr>
                <a:schemeClr val="lt2"/>
              </a:buClr>
              <a:buSzPts val="1400"/>
              <a:buNone/>
              <a:defRPr sz="1400"/>
            </a:lvl1pPr>
            <a:lvl2pPr marL="914400" lvl="1" indent="-317500" algn="l">
              <a:lnSpc>
                <a:spcPct val="90000"/>
              </a:lnSpc>
              <a:spcBef>
                <a:spcPts val="500"/>
              </a:spcBef>
              <a:spcAft>
                <a:spcPts val="0"/>
              </a:spcAft>
              <a:buClr>
                <a:schemeClr val="lt2"/>
              </a:buClr>
              <a:buSzPts val="1400"/>
              <a:buChar char="•"/>
              <a:defRPr sz="1400"/>
            </a:lvl2pPr>
            <a:lvl3pPr marL="1371600" lvl="2" indent="-317500" algn="l">
              <a:lnSpc>
                <a:spcPct val="90000"/>
              </a:lnSpc>
              <a:spcBef>
                <a:spcPts val="500"/>
              </a:spcBef>
              <a:spcAft>
                <a:spcPts val="0"/>
              </a:spcAft>
              <a:buClr>
                <a:schemeClr val="lt2"/>
              </a:buClr>
              <a:buSzPts val="1400"/>
              <a:buChar char="•"/>
              <a:defRPr sz="1400"/>
            </a:lvl3pPr>
            <a:lvl4pPr marL="1828800" lvl="3" indent="-317500" algn="l">
              <a:lnSpc>
                <a:spcPct val="90000"/>
              </a:lnSpc>
              <a:spcBef>
                <a:spcPts val="500"/>
              </a:spcBef>
              <a:spcAft>
                <a:spcPts val="0"/>
              </a:spcAft>
              <a:buClr>
                <a:schemeClr val="lt2"/>
              </a:buClr>
              <a:buSzPts val="1400"/>
              <a:buChar char="•"/>
              <a:defRPr sz="1400"/>
            </a:lvl4pPr>
            <a:lvl5pPr marL="2286000" lvl="4" indent="-317500" algn="l">
              <a:lnSpc>
                <a:spcPct val="90000"/>
              </a:lnSpc>
              <a:spcBef>
                <a:spcPts val="500"/>
              </a:spcBef>
              <a:spcAft>
                <a:spcPts val="0"/>
              </a:spcAft>
              <a:buClr>
                <a:schemeClr val="lt2"/>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p29"/>
          <p:cNvSpPr>
            <a:spLocks noGrp="1"/>
          </p:cNvSpPr>
          <p:nvPr>
            <p:ph type="pic" idx="5"/>
          </p:nvPr>
        </p:nvSpPr>
        <p:spPr>
          <a:xfrm>
            <a:off x="5026728" y="1136469"/>
            <a:ext cx="735012" cy="736600"/>
          </a:xfrm>
          <a:prstGeom prst="rect">
            <a:avLst/>
          </a:prstGeom>
          <a:noFill/>
          <a:ln>
            <a:noFill/>
          </a:ln>
        </p:spPr>
      </p:sp>
      <p:sp>
        <p:nvSpPr>
          <p:cNvPr id="149" name="Google Shape;149;p29"/>
          <p:cNvSpPr txBox="1">
            <a:spLocks noGrp="1"/>
          </p:cNvSpPr>
          <p:nvPr>
            <p:ph type="body" idx="6"/>
          </p:nvPr>
        </p:nvSpPr>
        <p:spPr>
          <a:xfrm>
            <a:off x="5014898" y="2026087"/>
            <a:ext cx="2145062" cy="1428275"/>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000"/>
              </a:spcBef>
              <a:spcAft>
                <a:spcPts val="0"/>
              </a:spcAft>
              <a:buClr>
                <a:schemeClr val="lt2"/>
              </a:buClr>
              <a:buSzPts val="1400"/>
              <a:buNone/>
              <a:defRPr sz="1400"/>
            </a:lvl1pPr>
            <a:lvl2pPr marL="914400" lvl="1" indent="-317500" algn="l">
              <a:lnSpc>
                <a:spcPct val="90000"/>
              </a:lnSpc>
              <a:spcBef>
                <a:spcPts val="500"/>
              </a:spcBef>
              <a:spcAft>
                <a:spcPts val="0"/>
              </a:spcAft>
              <a:buClr>
                <a:schemeClr val="lt2"/>
              </a:buClr>
              <a:buSzPts val="1400"/>
              <a:buChar char="•"/>
              <a:defRPr sz="1400"/>
            </a:lvl2pPr>
            <a:lvl3pPr marL="1371600" lvl="2" indent="-317500" algn="l">
              <a:lnSpc>
                <a:spcPct val="90000"/>
              </a:lnSpc>
              <a:spcBef>
                <a:spcPts val="500"/>
              </a:spcBef>
              <a:spcAft>
                <a:spcPts val="0"/>
              </a:spcAft>
              <a:buClr>
                <a:schemeClr val="lt2"/>
              </a:buClr>
              <a:buSzPts val="1400"/>
              <a:buChar char="•"/>
              <a:defRPr sz="1400"/>
            </a:lvl3pPr>
            <a:lvl4pPr marL="1828800" lvl="3" indent="-317500" algn="l">
              <a:lnSpc>
                <a:spcPct val="90000"/>
              </a:lnSpc>
              <a:spcBef>
                <a:spcPts val="500"/>
              </a:spcBef>
              <a:spcAft>
                <a:spcPts val="0"/>
              </a:spcAft>
              <a:buClr>
                <a:schemeClr val="lt2"/>
              </a:buClr>
              <a:buSzPts val="1400"/>
              <a:buChar char="•"/>
              <a:defRPr sz="1400"/>
            </a:lvl4pPr>
            <a:lvl5pPr marL="2286000" lvl="4" indent="-317500" algn="l">
              <a:lnSpc>
                <a:spcPct val="90000"/>
              </a:lnSpc>
              <a:spcBef>
                <a:spcPts val="500"/>
              </a:spcBef>
              <a:spcAft>
                <a:spcPts val="0"/>
              </a:spcAft>
              <a:buClr>
                <a:schemeClr val="lt2"/>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29"/>
          <p:cNvSpPr>
            <a:spLocks noGrp="1"/>
          </p:cNvSpPr>
          <p:nvPr>
            <p:ph type="pic" idx="7"/>
          </p:nvPr>
        </p:nvSpPr>
        <p:spPr>
          <a:xfrm>
            <a:off x="7402178" y="1136469"/>
            <a:ext cx="735012" cy="736600"/>
          </a:xfrm>
          <a:prstGeom prst="rect">
            <a:avLst/>
          </a:prstGeom>
          <a:noFill/>
          <a:ln>
            <a:noFill/>
          </a:ln>
        </p:spPr>
      </p:sp>
      <p:sp>
        <p:nvSpPr>
          <p:cNvPr id="151" name="Google Shape;151;p29"/>
          <p:cNvSpPr txBox="1">
            <a:spLocks noGrp="1"/>
          </p:cNvSpPr>
          <p:nvPr>
            <p:ph type="body" idx="8"/>
          </p:nvPr>
        </p:nvSpPr>
        <p:spPr>
          <a:xfrm>
            <a:off x="7378518" y="2026087"/>
            <a:ext cx="2145062" cy="1428275"/>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000"/>
              </a:spcBef>
              <a:spcAft>
                <a:spcPts val="0"/>
              </a:spcAft>
              <a:buClr>
                <a:schemeClr val="lt2"/>
              </a:buClr>
              <a:buSzPts val="1400"/>
              <a:buNone/>
              <a:defRPr sz="1400"/>
            </a:lvl1pPr>
            <a:lvl2pPr marL="914400" lvl="1" indent="-317500" algn="l">
              <a:lnSpc>
                <a:spcPct val="90000"/>
              </a:lnSpc>
              <a:spcBef>
                <a:spcPts val="500"/>
              </a:spcBef>
              <a:spcAft>
                <a:spcPts val="0"/>
              </a:spcAft>
              <a:buClr>
                <a:schemeClr val="lt2"/>
              </a:buClr>
              <a:buSzPts val="1400"/>
              <a:buChar char="•"/>
              <a:defRPr sz="1400"/>
            </a:lvl2pPr>
            <a:lvl3pPr marL="1371600" lvl="2" indent="-317500" algn="l">
              <a:lnSpc>
                <a:spcPct val="90000"/>
              </a:lnSpc>
              <a:spcBef>
                <a:spcPts val="500"/>
              </a:spcBef>
              <a:spcAft>
                <a:spcPts val="0"/>
              </a:spcAft>
              <a:buClr>
                <a:schemeClr val="lt2"/>
              </a:buClr>
              <a:buSzPts val="1400"/>
              <a:buChar char="•"/>
              <a:defRPr sz="1400"/>
            </a:lvl3pPr>
            <a:lvl4pPr marL="1828800" lvl="3" indent="-317500" algn="l">
              <a:lnSpc>
                <a:spcPct val="90000"/>
              </a:lnSpc>
              <a:spcBef>
                <a:spcPts val="500"/>
              </a:spcBef>
              <a:spcAft>
                <a:spcPts val="0"/>
              </a:spcAft>
              <a:buClr>
                <a:schemeClr val="lt2"/>
              </a:buClr>
              <a:buSzPts val="1400"/>
              <a:buChar char="•"/>
              <a:defRPr sz="1400"/>
            </a:lvl4pPr>
            <a:lvl5pPr marL="2286000" lvl="4" indent="-317500" algn="l">
              <a:lnSpc>
                <a:spcPct val="90000"/>
              </a:lnSpc>
              <a:spcBef>
                <a:spcPts val="500"/>
              </a:spcBef>
              <a:spcAft>
                <a:spcPts val="0"/>
              </a:spcAft>
              <a:buClr>
                <a:schemeClr val="lt2"/>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152" name="Google Shape;152;p29"/>
          <p:cNvCxnSpPr/>
          <p:nvPr/>
        </p:nvCxnSpPr>
        <p:spPr>
          <a:xfrm>
            <a:off x="288235" y="975206"/>
            <a:ext cx="11598965" cy="0"/>
          </a:xfrm>
          <a:prstGeom prst="straightConnector1">
            <a:avLst/>
          </a:prstGeom>
          <a:noFill/>
          <a:ln w="19050" cap="flat" cmpd="sng">
            <a:solidFill>
              <a:schemeClr val="accent2"/>
            </a:solidFill>
            <a:prstDash val="solid"/>
            <a:miter lim="0"/>
            <a:headEnd type="none" w="sm" len="sm"/>
            <a:tailEnd type="none" w="sm" len="sm"/>
          </a:ln>
        </p:spPr>
      </p:cxnSp>
      <p:sp>
        <p:nvSpPr>
          <p:cNvPr id="153" name="Google Shape;153;p29"/>
          <p:cNvSpPr txBox="1">
            <a:spLocks noGrp="1"/>
          </p:cNvSpPr>
          <p:nvPr>
            <p:ph type="body" idx="9"/>
          </p:nvPr>
        </p:nvSpPr>
        <p:spPr>
          <a:xfrm>
            <a:off x="9742138" y="2026087"/>
            <a:ext cx="2145062" cy="1428275"/>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000"/>
              </a:spcBef>
              <a:spcAft>
                <a:spcPts val="0"/>
              </a:spcAft>
              <a:buClr>
                <a:schemeClr val="lt2"/>
              </a:buClr>
              <a:buSzPts val="1400"/>
              <a:buNone/>
              <a:defRPr sz="1400"/>
            </a:lvl1pPr>
            <a:lvl2pPr marL="914400" lvl="1" indent="-317500" algn="l">
              <a:lnSpc>
                <a:spcPct val="90000"/>
              </a:lnSpc>
              <a:spcBef>
                <a:spcPts val="500"/>
              </a:spcBef>
              <a:spcAft>
                <a:spcPts val="0"/>
              </a:spcAft>
              <a:buClr>
                <a:schemeClr val="lt2"/>
              </a:buClr>
              <a:buSzPts val="1400"/>
              <a:buChar char="•"/>
              <a:defRPr sz="1400"/>
            </a:lvl2pPr>
            <a:lvl3pPr marL="1371600" lvl="2" indent="-317500" algn="l">
              <a:lnSpc>
                <a:spcPct val="90000"/>
              </a:lnSpc>
              <a:spcBef>
                <a:spcPts val="500"/>
              </a:spcBef>
              <a:spcAft>
                <a:spcPts val="0"/>
              </a:spcAft>
              <a:buClr>
                <a:schemeClr val="lt2"/>
              </a:buClr>
              <a:buSzPts val="1400"/>
              <a:buChar char="•"/>
              <a:defRPr sz="1400"/>
            </a:lvl3pPr>
            <a:lvl4pPr marL="1828800" lvl="3" indent="-317500" algn="l">
              <a:lnSpc>
                <a:spcPct val="90000"/>
              </a:lnSpc>
              <a:spcBef>
                <a:spcPts val="500"/>
              </a:spcBef>
              <a:spcAft>
                <a:spcPts val="0"/>
              </a:spcAft>
              <a:buClr>
                <a:schemeClr val="lt2"/>
              </a:buClr>
              <a:buSzPts val="1400"/>
              <a:buChar char="•"/>
              <a:defRPr sz="1400"/>
            </a:lvl4pPr>
            <a:lvl5pPr marL="2286000" lvl="4" indent="-317500" algn="l">
              <a:lnSpc>
                <a:spcPct val="90000"/>
              </a:lnSpc>
              <a:spcBef>
                <a:spcPts val="500"/>
              </a:spcBef>
              <a:spcAft>
                <a:spcPts val="0"/>
              </a:spcAft>
              <a:buClr>
                <a:schemeClr val="lt2"/>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4" name="Google Shape;154;p29"/>
          <p:cNvSpPr>
            <a:spLocks noGrp="1"/>
          </p:cNvSpPr>
          <p:nvPr>
            <p:ph type="pic" idx="13"/>
          </p:nvPr>
        </p:nvSpPr>
        <p:spPr>
          <a:xfrm>
            <a:off x="9717675" y="1136469"/>
            <a:ext cx="735012" cy="736600"/>
          </a:xfrm>
          <a:prstGeom prst="rect">
            <a:avLst/>
          </a:prstGeom>
          <a:noFill/>
          <a:ln>
            <a:noFill/>
          </a:ln>
        </p:spPr>
      </p:sp>
      <p:sp>
        <p:nvSpPr>
          <p:cNvPr id="155" name="Google Shape;155;p29"/>
          <p:cNvSpPr>
            <a:spLocks noGrp="1"/>
          </p:cNvSpPr>
          <p:nvPr>
            <p:ph type="pic" idx="14"/>
          </p:nvPr>
        </p:nvSpPr>
        <p:spPr>
          <a:xfrm>
            <a:off x="288235" y="3710946"/>
            <a:ext cx="735012" cy="736600"/>
          </a:xfrm>
          <a:prstGeom prst="rect">
            <a:avLst/>
          </a:prstGeom>
          <a:noFill/>
          <a:ln>
            <a:noFill/>
          </a:ln>
        </p:spPr>
      </p:sp>
      <p:sp>
        <p:nvSpPr>
          <p:cNvPr id="156" name="Google Shape;156;p29"/>
          <p:cNvSpPr txBox="1">
            <a:spLocks noGrp="1"/>
          </p:cNvSpPr>
          <p:nvPr>
            <p:ph type="body" idx="15"/>
          </p:nvPr>
        </p:nvSpPr>
        <p:spPr>
          <a:xfrm>
            <a:off x="287658" y="4600564"/>
            <a:ext cx="2145062" cy="1428275"/>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000"/>
              </a:spcBef>
              <a:spcAft>
                <a:spcPts val="0"/>
              </a:spcAft>
              <a:buClr>
                <a:schemeClr val="lt2"/>
              </a:buClr>
              <a:buSzPts val="1400"/>
              <a:buNone/>
              <a:defRPr sz="1400"/>
            </a:lvl1pPr>
            <a:lvl2pPr marL="914400" lvl="1" indent="-317500" algn="l">
              <a:lnSpc>
                <a:spcPct val="90000"/>
              </a:lnSpc>
              <a:spcBef>
                <a:spcPts val="500"/>
              </a:spcBef>
              <a:spcAft>
                <a:spcPts val="0"/>
              </a:spcAft>
              <a:buClr>
                <a:schemeClr val="lt2"/>
              </a:buClr>
              <a:buSzPts val="1400"/>
              <a:buChar char="•"/>
              <a:defRPr sz="1400"/>
            </a:lvl2pPr>
            <a:lvl3pPr marL="1371600" lvl="2" indent="-317500" algn="l">
              <a:lnSpc>
                <a:spcPct val="90000"/>
              </a:lnSpc>
              <a:spcBef>
                <a:spcPts val="500"/>
              </a:spcBef>
              <a:spcAft>
                <a:spcPts val="0"/>
              </a:spcAft>
              <a:buClr>
                <a:schemeClr val="lt2"/>
              </a:buClr>
              <a:buSzPts val="1400"/>
              <a:buChar char="•"/>
              <a:defRPr sz="1400"/>
            </a:lvl3pPr>
            <a:lvl4pPr marL="1828800" lvl="3" indent="-317500" algn="l">
              <a:lnSpc>
                <a:spcPct val="90000"/>
              </a:lnSpc>
              <a:spcBef>
                <a:spcPts val="500"/>
              </a:spcBef>
              <a:spcAft>
                <a:spcPts val="0"/>
              </a:spcAft>
              <a:buClr>
                <a:schemeClr val="lt2"/>
              </a:buClr>
              <a:buSzPts val="1400"/>
              <a:buChar char="•"/>
              <a:defRPr sz="1400"/>
            </a:lvl4pPr>
            <a:lvl5pPr marL="2286000" lvl="4" indent="-317500" algn="l">
              <a:lnSpc>
                <a:spcPct val="90000"/>
              </a:lnSpc>
              <a:spcBef>
                <a:spcPts val="500"/>
              </a:spcBef>
              <a:spcAft>
                <a:spcPts val="0"/>
              </a:spcAft>
              <a:buClr>
                <a:schemeClr val="lt2"/>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7" name="Google Shape;157;p29"/>
          <p:cNvSpPr>
            <a:spLocks noGrp="1"/>
          </p:cNvSpPr>
          <p:nvPr>
            <p:ph type="pic" idx="16"/>
          </p:nvPr>
        </p:nvSpPr>
        <p:spPr>
          <a:xfrm>
            <a:off x="2651278" y="3710946"/>
            <a:ext cx="735012" cy="736600"/>
          </a:xfrm>
          <a:prstGeom prst="rect">
            <a:avLst/>
          </a:prstGeom>
          <a:noFill/>
          <a:ln>
            <a:noFill/>
          </a:ln>
        </p:spPr>
      </p:sp>
      <p:sp>
        <p:nvSpPr>
          <p:cNvPr id="158" name="Google Shape;158;p29"/>
          <p:cNvSpPr txBox="1">
            <a:spLocks noGrp="1"/>
          </p:cNvSpPr>
          <p:nvPr>
            <p:ph type="body" idx="17"/>
          </p:nvPr>
        </p:nvSpPr>
        <p:spPr>
          <a:xfrm>
            <a:off x="2651278" y="4600564"/>
            <a:ext cx="2145062" cy="1428275"/>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000"/>
              </a:spcBef>
              <a:spcAft>
                <a:spcPts val="0"/>
              </a:spcAft>
              <a:buClr>
                <a:schemeClr val="lt2"/>
              </a:buClr>
              <a:buSzPts val="1400"/>
              <a:buNone/>
              <a:defRPr sz="1400"/>
            </a:lvl1pPr>
            <a:lvl2pPr marL="914400" lvl="1" indent="-317500" algn="l">
              <a:lnSpc>
                <a:spcPct val="90000"/>
              </a:lnSpc>
              <a:spcBef>
                <a:spcPts val="500"/>
              </a:spcBef>
              <a:spcAft>
                <a:spcPts val="0"/>
              </a:spcAft>
              <a:buClr>
                <a:schemeClr val="lt2"/>
              </a:buClr>
              <a:buSzPts val="1400"/>
              <a:buChar char="•"/>
              <a:defRPr sz="1400"/>
            </a:lvl2pPr>
            <a:lvl3pPr marL="1371600" lvl="2" indent="-317500" algn="l">
              <a:lnSpc>
                <a:spcPct val="90000"/>
              </a:lnSpc>
              <a:spcBef>
                <a:spcPts val="500"/>
              </a:spcBef>
              <a:spcAft>
                <a:spcPts val="0"/>
              </a:spcAft>
              <a:buClr>
                <a:schemeClr val="lt2"/>
              </a:buClr>
              <a:buSzPts val="1400"/>
              <a:buChar char="•"/>
              <a:defRPr sz="1400"/>
            </a:lvl3pPr>
            <a:lvl4pPr marL="1828800" lvl="3" indent="-317500" algn="l">
              <a:lnSpc>
                <a:spcPct val="90000"/>
              </a:lnSpc>
              <a:spcBef>
                <a:spcPts val="500"/>
              </a:spcBef>
              <a:spcAft>
                <a:spcPts val="0"/>
              </a:spcAft>
              <a:buClr>
                <a:schemeClr val="lt2"/>
              </a:buClr>
              <a:buSzPts val="1400"/>
              <a:buChar char="•"/>
              <a:defRPr sz="1400"/>
            </a:lvl4pPr>
            <a:lvl5pPr marL="2286000" lvl="4" indent="-317500" algn="l">
              <a:lnSpc>
                <a:spcPct val="90000"/>
              </a:lnSpc>
              <a:spcBef>
                <a:spcPts val="500"/>
              </a:spcBef>
              <a:spcAft>
                <a:spcPts val="0"/>
              </a:spcAft>
              <a:buClr>
                <a:schemeClr val="lt2"/>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9" name="Google Shape;159;p29"/>
          <p:cNvSpPr>
            <a:spLocks noGrp="1"/>
          </p:cNvSpPr>
          <p:nvPr>
            <p:ph type="pic" idx="18"/>
          </p:nvPr>
        </p:nvSpPr>
        <p:spPr>
          <a:xfrm>
            <a:off x="5026728" y="3710946"/>
            <a:ext cx="735012" cy="736600"/>
          </a:xfrm>
          <a:prstGeom prst="rect">
            <a:avLst/>
          </a:prstGeom>
          <a:noFill/>
          <a:ln>
            <a:noFill/>
          </a:ln>
        </p:spPr>
      </p:sp>
      <p:sp>
        <p:nvSpPr>
          <p:cNvPr id="160" name="Google Shape;160;p29"/>
          <p:cNvSpPr txBox="1">
            <a:spLocks noGrp="1"/>
          </p:cNvSpPr>
          <p:nvPr>
            <p:ph type="body" idx="19"/>
          </p:nvPr>
        </p:nvSpPr>
        <p:spPr>
          <a:xfrm>
            <a:off x="5014898" y="4600564"/>
            <a:ext cx="2145062" cy="1428275"/>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000"/>
              </a:spcBef>
              <a:spcAft>
                <a:spcPts val="0"/>
              </a:spcAft>
              <a:buClr>
                <a:schemeClr val="lt2"/>
              </a:buClr>
              <a:buSzPts val="1400"/>
              <a:buNone/>
              <a:defRPr sz="1400"/>
            </a:lvl1pPr>
            <a:lvl2pPr marL="914400" lvl="1" indent="-317500" algn="l">
              <a:lnSpc>
                <a:spcPct val="90000"/>
              </a:lnSpc>
              <a:spcBef>
                <a:spcPts val="500"/>
              </a:spcBef>
              <a:spcAft>
                <a:spcPts val="0"/>
              </a:spcAft>
              <a:buClr>
                <a:schemeClr val="lt2"/>
              </a:buClr>
              <a:buSzPts val="1400"/>
              <a:buChar char="•"/>
              <a:defRPr sz="1400"/>
            </a:lvl2pPr>
            <a:lvl3pPr marL="1371600" lvl="2" indent="-317500" algn="l">
              <a:lnSpc>
                <a:spcPct val="90000"/>
              </a:lnSpc>
              <a:spcBef>
                <a:spcPts val="500"/>
              </a:spcBef>
              <a:spcAft>
                <a:spcPts val="0"/>
              </a:spcAft>
              <a:buClr>
                <a:schemeClr val="lt2"/>
              </a:buClr>
              <a:buSzPts val="1400"/>
              <a:buChar char="•"/>
              <a:defRPr sz="1400"/>
            </a:lvl3pPr>
            <a:lvl4pPr marL="1828800" lvl="3" indent="-317500" algn="l">
              <a:lnSpc>
                <a:spcPct val="90000"/>
              </a:lnSpc>
              <a:spcBef>
                <a:spcPts val="500"/>
              </a:spcBef>
              <a:spcAft>
                <a:spcPts val="0"/>
              </a:spcAft>
              <a:buClr>
                <a:schemeClr val="lt2"/>
              </a:buClr>
              <a:buSzPts val="1400"/>
              <a:buChar char="•"/>
              <a:defRPr sz="1400"/>
            </a:lvl4pPr>
            <a:lvl5pPr marL="2286000" lvl="4" indent="-317500" algn="l">
              <a:lnSpc>
                <a:spcPct val="90000"/>
              </a:lnSpc>
              <a:spcBef>
                <a:spcPts val="500"/>
              </a:spcBef>
              <a:spcAft>
                <a:spcPts val="0"/>
              </a:spcAft>
              <a:buClr>
                <a:schemeClr val="lt2"/>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1" name="Google Shape;161;p29"/>
          <p:cNvSpPr>
            <a:spLocks noGrp="1"/>
          </p:cNvSpPr>
          <p:nvPr>
            <p:ph type="pic" idx="20"/>
          </p:nvPr>
        </p:nvSpPr>
        <p:spPr>
          <a:xfrm>
            <a:off x="7402178" y="3710946"/>
            <a:ext cx="735012" cy="736600"/>
          </a:xfrm>
          <a:prstGeom prst="rect">
            <a:avLst/>
          </a:prstGeom>
          <a:noFill/>
          <a:ln>
            <a:noFill/>
          </a:ln>
        </p:spPr>
      </p:sp>
      <p:sp>
        <p:nvSpPr>
          <p:cNvPr id="162" name="Google Shape;162;p29"/>
          <p:cNvSpPr txBox="1">
            <a:spLocks noGrp="1"/>
          </p:cNvSpPr>
          <p:nvPr>
            <p:ph type="body" idx="21"/>
          </p:nvPr>
        </p:nvSpPr>
        <p:spPr>
          <a:xfrm>
            <a:off x="7378518" y="4600564"/>
            <a:ext cx="2145062" cy="1428275"/>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000"/>
              </a:spcBef>
              <a:spcAft>
                <a:spcPts val="0"/>
              </a:spcAft>
              <a:buClr>
                <a:schemeClr val="lt2"/>
              </a:buClr>
              <a:buSzPts val="1400"/>
              <a:buNone/>
              <a:defRPr sz="1400"/>
            </a:lvl1pPr>
            <a:lvl2pPr marL="914400" lvl="1" indent="-317500" algn="l">
              <a:lnSpc>
                <a:spcPct val="90000"/>
              </a:lnSpc>
              <a:spcBef>
                <a:spcPts val="500"/>
              </a:spcBef>
              <a:spcAft>
                <a:spcPts val="0"/>
              </a:spcAft>
              <a:buClr>
                <a:schemeClr val="lt2"/>
              </a:buClr>
              <a:buSzPts val="1400"/>
              <a:buChar char="•"/>
              <a:defRPr sz="1400"/>
            </a:lvl2pPr>
            <a:lvl3pPr marL="1371600" lvl="2" indent="-317500" algn="l">
              <a:lnSpc>
                <a:spcPct val="90000"/>
              </a:lnSpc>
              <a:spcBef>
                <a:spcPts val="500"/>
              </a:spcBef>
              <a:spcAft>
                <a:spcPts val="0"/>
              </a:spcAft>
              <a:buClr>
                <a:schemeClr val="lt2"/>
              </a:buClr>
              <a:buSzPts val="1400"/>
              <a:buChar char="•"/>
              <a:defRPr sz="1400"/>
            </a:lvl3pPr>
            <a:lvl4pPr marL="1828800" lvl="3" indent="-317500" algn="l">
              <a:lnSpc>
                <a:spcPct val="90000"/>
              </a:lnSpc>
              <a:spcBef>
                <a:spcPts val="500"/>
              </a:spcBef>
              <a:spcAft>
                <a:spcPts val="0"/>
              </a:spcAft>
              <a:buClr>
                <a:schemeClr val="lt2"/>
              </a:buClr>
              <a:buSzPts val="1400"/>
              <a:buChar char="•"/>
              <a:defRPr sz="1400"/>
            </a:lvl4pPr>
            <a:lvl5pPr marL="2286000" lvl="4" indent="-317500" algn="l">
              <a:lnSpc>
                <a:spcPct val="90000"/>
              </a:lnSpc>
              <a:spcBef>
                <a:spcPts val="500"/>
              </a:spcBef>
              <a:spcAft>
                <a:spcPts val="0"/>
              </a:spcAft>
              <a:buClr>
                <a:schemeClr val="lt2"/>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3" name="Google Shape;163;p29"/>
          <p:cNvSpPr txBox="1">
            <a:spLocks noGrp="1"/>
          </p:cNvSpPr>
          <p:nvPr>
            <p:ph type="body" idx="22"/>
          </p:nvPr>
        </p:nvSpPr>
        <p:spPr>
          <a:xfrm>
            <a:off x="9742138" y="4608808"/>
            <a:ext cx="2145062" cy="1420031"/>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000"/>
              </a:spcBef>
              <a:spcAft>
                <a:spcPts val="0"/>
              </a:spcAft>
              <a:buClr>
                <a:schemeClr val="lt2"/>
              </a:buClr>
              <a:buSzPts val="1400"/>
              <a:buNone/>
              <a:defRPr sz="1400"/>
            </a:lvl1pPr>
            <a:lvl2pPr marL="914400" lvl="1" indent="-317500" algn="l">
              <a:lnSpc>
                <a:spcPct val="90000"/>
              </a:lnSpc>
              <a:spcBef>
                <a:spcPts val="500"/>
              </a:spcBef>
              <a:spcAft>
                <a:spcPts val="0"/>
              </a:spcAft>
              <a:buClr>
                <a:schemeClr val="lt2"/>
              </a:buClr>
              <a:buSzPts val="1400"/>
              <a:buChar char="•"/>
              <a:defRPr sz="1400"/>
            </a:lvl2pPr>
            <a:lvl3pPr marL="1371600" lvl="2" indent="-317500" algn="l">
              <a:lnSpc>
                <a:spcPct val="90000"/>
              </a:lnSpc>
              <a:spcBef>
                <a:spcPts val="500"/>
              </a:spcBef>
              <a:spcAft>
                <a:spcPts val="0"/>
              </a:spcAft>
              <a:buClr>
                <a:schemeClr val="lt2"/>
              </a:buClr>
              <a:buSzPts val="1400"/>
              <a:buChar char="•"/>
              <a:defRPr sz="1400"/>
            </a:lvl3pPr>
            <a:lvl4pPr marL="1828800" lvl="3" indent="-317500" algn="l">
              <a:lnSpc>
                <a:spcPct val="90000"/>
              </a:lnSpc>
              <a:spcBef>
                <a:spcPts val="500"/>
              </a:spcBef>
              <a:spcAft>
                <a:spcPts val="0"/>
              </a:spcAft>
              <a:buClr>
                <a:schemeClr val="lt2"/>
              </a:buClr>
              <a:buSzPts val="1400"/>
              <a:buChar char="•"/>
              <a:defRPr sz="1400"/>
            </a:lvl4pPr>
            <a:lvl5pPr marL="2286000" lvl="4" indent="-317500" algn="l">
              <a:lnSpc>
                <a:spcPct val="90000"/>
              </a:lnSpc>
              <a:spcBef>
                <a:spcPts val="500"/>
              </a:spcBef>
              <a:spcAft>
                <a:spcPts val="0"/>
              </a:spcAft>
              <a:buClr>
                <a:schemeClr val="lt2"/>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4" name="Google Shape;164;p29"/>
          <p:cNvSpPr>
            <a:spLocks noGrp="1"/>
          </p:cNvSpPr>
          <p:nvPr>
            <p:ph type="pic" idx="23"/>
          </p:nvPr>
        </p:nvSpPr>
        <p:spPr>
          <a:xfrm>
            <a:off x="9717675" y="3710946"/>
            <a:ext cx="735012" cy="736600"/>
          </a:xfrm>
          <a:prstGeom prst="rect">
            <a:avLst/>
          </a:prstGeom>
          <a:noFill/>
          <a:ln>
            <a:noFill/>
          </a:ln>
        </p:spPr>
      </p:sp>
      <p:sp>
        <p:nvSpPr>
          <p:cNvPr id="165" name="Google Shape;165;p29"/>
          <p:cNvSpPr/>
          <p:nvPr/>
        </p:nvSpPr>
        <p:spPr>
          <a:xfrm>
            <a:off x="10379765" y="477446"/>
            <a:ext cx="1524000" cy="10510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8"/>
          <p:cNvSpPr txBox="1">
            <a:spLocks noGrp="1"/>
          </p:cNvSpPr>
          <p:nvPr>
            <p:ph type="title"/>
          </p:nvPr>
        </p:nvSpPr>
        <p:spPr>
          <a:xfrm>
            <a:off x="288235" y="258417"/>
            <a:ext cx="9601200" cy="538417"/>
          </a:xfrm>
          <a:prstGeom prst="rect">
            <a:avLst/>
          </a:prstGeom>
          <a:noFill/>
          <a:ln>
            <a:noFill/>
          </a:ln>
        </p:spPr>
        <p:txBody>
          <a:bodyPr spcFirstLastPara="1" wrap="square" lIns="0" tIns="45700" rIns="0" bIns="45700" anchor="b" anchorCtr="0">
            <a:norm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8"/>
          <p:cNvSpPr txBox="1">
            <a:spLocks noGrp="1"/>
          </p:cNvSpPr>
          <p:nvPr>
            <p:ph type="body" idx="1"/>
          </p:nvPr>
        </p:nvSpPr>
        <p:spPr>
          <a:xfrm>
            <a:off x="288235" y="1136469"/>
            <a:ext cx="11598965" cy="5040493"/>
          </a:xfrm>
          <a:prstGeom prst="rect">
            <a:avLst/>
          </a:prstGeom>
          <a:noFill/>
          <a:ln>
            <a:noFill/>
          </a:ln>
        </p:spPr>
        <p:txBody>
          <a:bodyPr spcFirstLastPara="1" wrap="square" lIns="0" tIns="45700" rIns="0" bIns="45700" anchor="t" anchorCtr="0">
            <a:normAutofit/>
          </a:bodyPr>
          <a:lstStyle>
            <a:lvl1pPr marL="457200" marR="0" lvl="0" indent="-342900" algn="l" rtl="0">
              <a:lnSpc>
                <a:spcPct val="90000"/>
              </a:lnSpc>
              <a:spcBef>
                <a:spcPts val="1000"/>
              </a:spcBef>
              <a:spcAft>
                <a:spcPts val="0"/>
              </a:spcAft>
              <a:buClr>
                <a:schemeClr val="lt2"/>
              </a:buClr>
              <a:buSzPts val="1800"/>
              <a:buFont typeface="Arial"/>
              <a:buChar char="•"/>
              <a:defRPr sz="1800" b="0" i="0" u="none" strike="noStrike" cap="none">
                <a:solidFill>
                  <a:schemeClr val="lt2"/>
                </a:solidFill>
                <a:latin typeface="Arial"/>
                <a:ea typeface="Arial"/>
                <a:cs typeface="Arial"/>
                <a:sym typeface="Arial"/>
              </a:defRPr>
            </a:lvl1pPr>
            <a:lvl2pPr marL="914400" marR="0" lvl="1" indent="-342900" algn="l" rtl="0">
              <a:lnSpc>
                <a:spcPct val="90000"/>
              </a:lnSpc>
              <a:spcBef>
                <a:spcPts val="500"/>
              </a:spcBef>
              <a:spcAft>
                <a:spcPts val="0"/>
              </a:spcAft>
              <a:buClr>
                <a:schemeClr val="lt2"/>
              </a:buClr>
              <a:buSzPts val="1800"/>
              <a:buFont typeface="Arial"/>
              <a:buChar char="•"/>
              <a:defRPr sz="1800" b="0" i="0" u="none" strike="noStrike" cap="none">
                <a:solidFill>
                  <a:schemeClr val="lt2"/>
                </a:solidFill>
                <a:latin typeface="Arial"/>
                <a:ea typeface="Arial"/>
                <a:cs typeface="Arial"/>
                <a:sym typeface="Arial"/>
              </a:defRPr>
            </a:lvl2pPr>
            <a:lvl3pPr marL="1371600" marR="0" lvl="2" indent="-317500" algn="l" rtl="0">
              <a:lnSpc>
                <a:spcPct val="90000"/>
              </a:lnSpc>
              <a:spcBef>
                <a:spcPts val="50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3pPr>
            <a:lvl4pPr marL="1828800" marR="0" lvl="3" indent="-317500" algn="l" rtl="0">
              <a:lnSpc>
                <a:spcPct val="90000"/>
              </a:lnSpc>
              <a:spcBef>
                <a:spcPts val="50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4pPr>
            <a:lvl5pPr marL="2286000" marR="0" lvl="4" indent="-317500" algn="l" rtl="0">
              <a:lnSpc>
                <a:spcPct val="90000"/>
              </a:lnSpc>
              <a:spcBef>
                <a:spcPts val="50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8"/>
          <p:cNvSpPr txBox="1"/>
          <p:nvPr/>
        </p:nvSpPr>
        <p:spPr>
          <a:xfrm>
            <a:off x="11351172" y="6349472"/>
            <a:ext cx="536028" cy="365125"/>
          </a:xfrm>
          <a:prstGeom prst="rect">
            <a:avLst/>
          </a:prstGeom>
          <a:noFill/>
          <a:ln>
            <a:noFill/>
          </a:ln>
        </p:spPr>
        <p:txBody>
          <a:bodyPr spcFirstLastPara="1" wrap="square" lIns="0" tIns="45700" rIns="0"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lt2"/>
                </a:solidFill>
                <a:latin typeface="Arial"/>
                <a:ea typeface="Arial"/>
                <a:cs typeface="Arial"/>
                <a:sym typeface="Arial"/>
              </a:rPr>
              <a:t>‹#›</a:t>
            </a:fld>
            <a:endParaRPr sz="1200" b="0" i="0" u="none" strike="noStrike" cap="none">
              <a:solidFill>
                <a:schemeClr val="lt2"/>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7.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
          <p:cNvSpPr txBox="1">
            <a:spLocks noGrp="1"/>
          </p:cNvSpPr>
          <p:nvPr>
            <p:ph type="ctrTitle"/>
          </p:nvPr>
        </p:nvSpPr>
        <p:spPr>
          <a:xfrm>
            <a:off x="752730" y="2042028"/>
            <a:ext cx="9948850" cy="1721929"/>
          </a:xfrm>
          <a:prstGeom prst="rect">
            <a:avLst/>
          </a:prstGeom>
          <a:noFill/>
          <a:ln>
            <a:noFill/>
          </a:ln>
        </p:spPr>
        <p:txBody>
          <a:bodyPr spcFirstLastPara="1" wrap="square" lIns="0" tIns="45700" rIns="0" bIns="45700" anchor="t" anchorCtr="0">
            <a:noAutofit/>
          </a:bodyPr>
          <a:lstStyle/>
          <a:p>
            <a:r>
              <a:rPr sz="3000"/>
              <a:t>GUARDIAN, CATCHER, ARCHITECT:</a:t>
            </a:r>
            <a:br/>
            <a:r>
              <a:rPr sz="3000"/>
              <a:t>HOW AI RESHAPES THE ROLES OF THE PSYCHOMETRICIAN</a:t>
            </a:r>
          </a:p>
        </p:txBody>
      </p:sp>
      <p:sp>
        <p:nvSpPr>
          <p:cNvPr id="171" name="Google Shape;171;p1"/>
          <p:cNvSpPr txBox="1">
            <a:spLocks noGrp="1"/>
          </p:cNvSpPr>
          <p:nvPr>
            <p:ph type="body" idx="3"/>
          </p:nvPr>
        </p:nvSpPr>
        <p:spPr>
          <a:xfrm>
            <a:off x="752476" y="5664912"/>
            <a:ext cx="7486808" cy="402505"/>
          </a:xfrm>
          <a:prstGeom prst="rect">
            <a:avLst/>
          </a:prstGeom>
          <a:noFill/>
          <a:ln>
            <a:noFill/>
          </a:ln>
        </p:spPr>
        <p:txBody>
          <a:bodyPr spcFirstLastPara="1" wrap="square" lIns="0" tIns="45700" rIns="0" bIns="45700" anchor="ctr" anchorCtr="0">
            <a:normAutofit/>
          </a:bodyPr>
          <a:lstStyle/>
          <a:p>
            <a:pPr marL="0" lvl="0" indent="0" algn="l" rtl="0">
              <a:lnSpc>
                <a:spcPct val="90000"/>
              </a:lnSpc>
              <a:spcBef>
                <a:spcPts val="0"/>
              </a:spcBef>
              <a:spcAft>
                <a:spcPts val="0"/>
              </a:spcAft>
              <a:buClr>
                <a:schemeClr val="lt1"/>
              </a:buClr>
              <a:buSzPts val="1800"/>
              <a:buNone/>
            </a:pPr>
            <a:r>
              <a:rPr lang="en-US" dirty="0"/>
              <a:t>Presenter: Frank Rijmen</a:t>
            </a:r>
            <a:endParaRPr dirty="0"/>
          </a:p>
        </p:txBody>
      </p:sp>
      <p:sp>
        <p:nvSpPr>
          <p:cNvPr id="172" name="Google Shape;172;p1"/>
          <p:cNvSpPr txBox="1"/>
          <p:nvPr/>
        </p:nvSpPr>
        <p:spPr>
          <a:xfrm>
            <a:off x="5077555" y="689045"/>
            <a:ext cx="2744214" cy="933693"/>
          </a:xfrm>
          <a:prstGeom prst="rect">
            <a:avLst/>
          </a:prstGeom>
          <a:noFill/>
          <a:ln>
            <a:noFill/>
          </a:ln>
        </p:spPr>
        <p:txBody>
          <a:bodyPr spcFirstLastPara="1" wrap="square" lIns="0" tIns="45700" rIns="0" bIns="45700" anchor="ctr" anchorCtr="0">
            <a:normAutofit/>
          </a:bodyPr>
          <a:lstStyle/>
          <a:p>
            <a:pPr marL="0" marR="0" lvl="0" indent="0" algn="l" rtl="0">
              <a:lnSpc>
                <a:spcPct val="90000"/>
              </a:lnSpc>
              <a:spcBef>
                <a:spcPts val="0"/>
              </a:spcBef>
              <a:spcAft>
                <a:spcPts val="0"/>
              </a:spcAft>
              <a:buClr>
                <a:schemeClr val="lt1"/>
              </a:buClr>
              <a:buSzPts val="1800"/>
              <a:buFont typeface="Arial"/>
              <a:buNone/>
            </a:pPr>
            <a:r>
              <a:rPr lang="en-US" sz="2400" b="1" dirty="0">
                <a:solidFill>
                  <a:schemeClr val="lt1"/>
                </a:solidFill>
              </a:rPr>
              <a:t>October 7th, 2026</a:t>
            </a:r>
            <a:endParaRPr sz="2400" b="0" i="0" u="none" strike="noStrike" cap="none" dirty="0">
              <a:solidFill>
                <a:srgbClr val="000000"/>
              </a:solidFill>
              <a:latin typeface="Arial"/>
              <a:ea typeface="Arial"/>
              <a:cs typeface="Arial"/>
              <a:sym typeface="Arial"/>
            </a:endParaRPr>
          </a:p>
        </p:txBody>
      </p:sp>
      <p:pic>
        <p:nvPicPr>
          <p:cNvPr id="173" name="Picture 172" descr="icon_guardian.png"/>
          <p:cNvPicPr>
            <a:picLocks noChangeAspect="1"/>
          </p:cNvPicPr>
          <p:nvPr/>
        </p:nvPicPr>
        <p:blipFill>
          <a:blip r:embed="rId3"/>
          <a:stretch>
            <a:fillRect/>
          </a:stretch>
        </p:blipFill>
        <p:spPr>
          <a:xfrm>
            <a:off x="752730" y="4450000"/>
            <a:ext cx="502920" cy="502920"/>
          </a:xfrm>
          <a:prstGeom prst="rect">
            <a:avLst/>
          </a:prstGeom>
        </p:spPr>
      </p:pic>
      <p:pic>
        <p:nvPicPr>
          <p:cNvPr id="174" name="Picture 173" descr="icon_catcher.png"/>
          <p:cNvPicPr>
            <a:picLocks noChangeAspect="1"/>
          </p:cNvPicPr>
          <p:nvPr/>
        </p:nvPicPr>
        <p:blipFill>
          <a:blip r:embed="rId4"/>
          <a:stretch>
            <a:fillRect/>
          </a:stretch>
        </p:blipFill>
        <p:spPr>
          <a:xfrm>
            <a:off x="1392730" y="4450000"/>
            <a:ext cx="502920" cy="502920"/>
          </a:xfrm>
          <a:prstGeom prst="rect">
            <a:avLst/>
          </a:prstGeom>
        </p:spPr>
      </p:pic>
      <p:pic>
        <p:nvPicPr>
          <p:cNvPr id="175" name="Picture 174" descr="icon_architect.png"/>
          <p:cNvPicPr>
            <a:picLocks noChangeAspect="1"/>
          </p:cNvPicPr>
          <p:nvPr/>
        </p:nvPicPr>
        <p:blipFill>
          <a:blip r:embed="rId5"/>
          <a:stretch>
            <a:fillRect/>
          </a:stretch>
        </p:blipFill>
        <p:spPr>
          <a:xfrm>
            <a:off x="2032730" y="4450000"/>
            <a:ext cx="502920" cy="502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229600" y="2728548"/>
            <a:ext cx="3657600" cy="3448416"/>
          </a:xfrm>
        </p:spPr>
        <p:txBody>
          <a:bodyPr/>
          <a:lstStyle/>
          <a:p>
            <a:pPr marL="0" indent="0">
              <a:buNone/>
            </a:pPr>
            <a:r>
              <a:rPr sz="2200" b="1">
                <a:solidFill>
                  <a:srgbClr val="2C9ED9"/>
                </a:solidFill>
              </a:rPr>
              <a:t>The Architect</a:t>
            </a:r>
          </a:p>
          <a:p>
            <a:pPr marL="0" indent="0">
              <a:spcBef>
                <a:spcPts val="800"/>
              </a:spcBef>
              <a:buNone/>
            </a:pPr>
            <a:r>
              <a:rPr sz="1600"/>
              <a:t>Bridges psychometrics with data science and emerging technology; high on openness; restless to redesign systems rather than run them.</a:t>
            </a:r>
          </a:p>
          <a:p>
            <a:pPr marL="0" indent="0">
              <a:spcBef>
                <a:spcPts val="1800"/>
              </a:spcBef>
              <a:buNone/>
            </a:pPr>
            <a:r>
              <a:rPr sz="1300" b="1">
                <a:solidFill>
                  <a:srgbClr val="555555"/>
                </a:solidFill>
              </a:rPr>
              <a:t>With AI</a:t>
            </a:r>
          </a:p>
          <a:p>
            <a:pPr marL="0" indent="0">
              <a:spcBef>
                <a:spcPts val="200"/>
              </a:spcBef>
              <a:buNone/>
            </a:pPr>
            <a:r>
              <a:rPr sz="1700" b="1">
                <a:solidFill>
                  <a:srgbClr val="023B64"/>
                </a:solidFill>
              </a:rPr>
              <a:t>Design to prototype, fast; must ground designs in measurement principles</a:t>
            </a:r>
          </a:p>
        </p:txBody>
      </p:sp>
      <p:sp>
        <p:nvSpPr>
          <p:cNvPr id="3" name="Text Placeholder 2"/>
          <p:cNvSpPr>
            <a:spLocks noGrp="1"/>
          </p:cNvSpPr>
          <p:nvPr>
            <p:ph type="body" idx="2"/>
          </p:nvPr>
        </p:nvSpPr>
        <p:spPr>
          <a:xfrm>
            <a:off x="4258917" y="2729032"/>
            <a:ext cx="3657600" cy="3451804"/>
          </a:xfrm>
        </p:spPr>
        <p:txBody>
          <a:bodyPr/>
          <a:lstStyle/>
          <a:p>
            <a:pPr marL="0" indent="0">
              <a:buNone/>
            </a:pPr>
            <a:r>
              <a:rPr sz="2200" b="1">
                <a:solidFill>
                  <a:srgbClr val="FF9659"/>
                </a:solidFill>
              </a:rPr>
              <a:t>The Catcher</a:t>
            </a:r>
          </a:p>
          <a:p>
            <a:pPr marL="0" indent="0">
              <a:spcBef>
                <a:spcPts val="800"/>
              </a:spcBef>
              <a:buNone/>
            </a:pPr>
            <a:r>
              <a:rPr sz="1600"/>
              <a:t>Operational vigilance: detail-oriented, conscientious, risk-averse; works best when tasks and success criteria are well defined.</a:t>
            </a:r>
          </a:p>
          <a:p>
            <a:pPr marL="0" indent="0">
              <a:spcBef>
                <a:spcPts val="1800"/>
              </a:spcBef>
              <a:buNone/>
            </a:pPr>
            <a:r>
              <a:rPr sz="1300" b="1">
                <a:solidFill>
                  <a:srgbClr val="555555"/>
                </a:solidFill>
              </a:rPr>
              <a:t>With AI</a:t>
            </a:r>
          </a:p>
          <a:p>
            <a:pPr marL="0" indent="0">
              <a:spcBef>
                <a:spcPts val="200"/>
              </a:spcBef>
              <a:buNone/>
            </a:pPr>
            <a:r>
              <a:rPr sz="1700" b="1">
                <a:solidFill>
                  <a:srgbClr val="023B64"/>
                </a:solidFill>
              </a:rPr>
              <a:t>From box-ticking to forensics</a:t>
            </a:r>
          </a:p>
        </p:txBody>
      </p:sp>
      <p:sp>
        <p:nvSpPr>
          <p:cNvPr id="4" name="Title 3"/>
          <p:cNvSpPr>
            <a:spLocks noGrp="1"/>
          </p:cNvSpPr>
          <p:nvPr>
            <p:ph type="title"/>
          </p:nvPr>
        </p:nvSpPr>
        <p:spPr/>
        <p:txBody>
          <a:bodyPr/>
          <a:lstStyle/>
          <a:p>
            <a:r>
              <a:t>AI changes not only what psychometricians need to know, but what behavioral skills are required</a:t>
            </a:r>
          </a:p>
        </p:txBody>
      </p:sp>
      <p:sp>
        <p:nvSpPr>
          <p:cNvPr id="5" name="Text Placeholder 4"/>
          <p:cNvSpPr>
            <a:spLocks noGrp="1"/>
          </p:cNvSpPr>
          <p:nvPr>
            <p:ph type="body" idx="3"/>
          </p:nvPr>
        </p:nvSpPr>
        <p:spPr>
          <a:xfrm>
            <a:off x="287808" y="2729032"/>
            <a:ext cx="3657600" cy="3451804"/>
          </a:xfrm>
        </p:spPr>
        <p:txBody>
          <a:bodyPr/>
          <a:lstStyle/>
          <a:p>
            <a:pPr marL="0" indent="0">
              <a:buNone/>
            </a:pPr>
            <a:r>
              <a:rPr sz="2200" b="1">
                <a:solidFill>
                  <a:srgbClr val="005E9C"/>
                </a:solidFill>
              </a:rPr>
              <a:t>The Guardian</a:t>
            </a:r>
          </a:p>
          <a:p>
            <a:pPr marL="0" indent="0">
              <a:spcBef>
                <a:spcPts val="800"/>
              </a:spcBef>
              <a:buNone/>
            </a:pPr>
            <a:r>
              <a:rPr sz="1600"/>
              <a:t>Safeguards the reliability, validity, and fairness of tests; treats the Standards as first principles.</a:t>
            </a:r>
          </a:p>
          <a:p>
            <a:pPr marL="0" indent="0">
              <a:spcBef>
                <a:spcPts val="1800"/>
              </a:spcBef>
              <a:buNone/>
            </a:pPr>
            <a:r>
              <a:rPr sz="1300" b="1">
                <a:solidFill>
                  <a:srgbClr val="555555"/>
                </a:solidFill>
              </a:rPr>
              <a:t>With AI</a:t>
            </a:r>
          </a:p>
          <a:p>
            <a:pPr marL="0" indent="0">
              <a:spcBef>
                <a:spcPts val="200"/>
              </a:spcBef>
              <a:buNone/>
            </a:pPr>
            <a:r>
              <a:rPr sz="1700" b="1">
                <a:solidFill>
                  <a:srgbClr val="023B64"/>
                </a:solidFill>
              </a:rPr>
              <a:t>Must reckon with evolving standards</a:t>
            </a:r>
          </a:p>
        </p:txBody>
      </p:sp>
      <p:sp>
        <p:nvSpPr>
          <p:cNvPr id="6" name="Text Placeholder 5"/>
          <p:cNvSpPr>
            <a:spLocks noGrp="1"/>
          </p:cNvSpPr>
          <p:nvPr>
            <p:ph type="body" idx="4"/>
          </p:nvPr>
        </p:nvSpPr>
        <p:spPr>
          <a:xfrm>
            <a:off x="288235" y="1136468"/>
            <a:ext cx="11598965" cy="892079"/>
          </a:xfrm>
        </p:spPr>
        <p:txBody>
          <a:bodyPr>
            <a:normAutofit fontScale="77500" lnSpcReduction="20000"/>
          </a:bodyPr>
          <a:lstStyle/>
          <a:p>
            <a:pPr marL="0" indent="0">
              <a:buNone/>
            </a:pPr>
            <a:r>
              <a:rPr sz="1600" dirty="0">
                <a:solidFill>
                  <a:srgbClr val="555555"/>
                </a:solidFill>
              </a:rPr>
              <a:t>Three archetyp</a:t>
            </a:r>
            <a:r>
              <a:rPr lang="en-US" sz="1600" dirty="0">
                <a:solidFill>
                  <a:srgbClr val="555555"/>
                </a:solidFill>
              </a:rPr>
              <a:t>ical roles in a testing company</a:t>
            </a:r>
          </a:p>
          <a:p>
            <a:pPr marL="285750" indent="-285750">
              <a:buFont typeface="Arial" panose="020B0604020202020204" pitchFamily="34" charset="0"/>
              <a:buChar char="•"/>
            </a:pPr>
            <a:r>
              <a:rPr lang="en-US" sz="1600" dirty="0">
                <a:solidFill>
                  <a:srgbClr val="555555"/>
                </a:solidFill>
              </a:rPr>
              <a:t>Not exhaustive (for example, the Communicator). </a:t>
            </a:r>
          </a:p>
          <a:p>
            <a:pPr marL="285750" indent="-285750">
              <a:buFont typeface="Arial" panose="020B0604020202020204" pitchFamily="34" charset="0"/>
              <a:buChar char="•"/>
            </a:pPr>
            <a:r>
              <a:rPr sz="1600" dirty="0">
                <a:solidFill>
                  <a:srgbClr val="555555"/>
                </a:solidFill>
              </a:rPr>
              <a:t>Most psychometricians combine several, and a healthy organization needs them in balance.</a:t>
            </a:r>
          </a:p>
        </p:txBody>
      </p:sp>
      <p:pic>
        <p:nvPicPr>
          <p:cNvPr id="7" name="Picture 6" descr="icon_guardian.png"/>
          <p:cNvPicPr>
            <a:picLocks noChangeAspect="1"/>
          </p:cNvPicPr>
          <p:nvPr/>
        </p:nvPicPr>
        <p:blipFill>
          <a:blip r:embed="rId3"/>
          <a:stretch>
            <a:fillRect/>
          </a:stretch>
        </p:blipFill>
        <p:spPr>
          <a:xfrm>
            <a:off x="287808" y="2029032"/>
            <a:ext cx="548640" cy="548640"/>
          </a:xfrm>
          <a:prstGeom prst="rect">
            <a:avLst/>
          </a:prstGeom>
        </p:spPr>
      </p:pic>
      <p:pic>
        <p:nvPicPr>
          <p:cNvPr id="8" name="Picture 7" descr="icon_catcher.png"/>
          <p:cNvPicPr>
            <a:picLocks noChangeAspect="1"/>
          </p:cNvPicPr>
          <p:nvPr/>
        </p:nvPicPr>
        <p:blipFill>
          <a:blip r:embed="rId4"/>
          <a:stretch>
            <a:fillRect/>
          </a:stretch>
        </p:blipFill>
        <p:spPr>
          <a:xfrm>
            <a:off x="4258917" y="2029032"/>
            <a:ext cx="548640" cy="548640"/>
          </a:xfrm>
          <a:prstGeom prst="rect">
            <a:avLst/>
          </a:prstGeom>
        </p:spPr>
      </p:pic>
      <p:pic>
        <p:nvPicPr>
          <p:cNvPr id="9" name="Picture 8" descr="icon_architect.png"/>
          <p:cNvPicPr>
            <a:picLocks noChangeAspect="1"/>
          </p:cNvPicPr>
          <p:nvPr/>
        </p:nvPicPr>
        <p:blipFill>
          <a:blip r:embed="rId5"/>
          <a:stretch>
            <a:fillRect/>
          </a:stretch>
        </p:blipFill>
        <p:spPr>
          <a:xfrm>
            <a:off x="8229600" y="2028548"/>
            <a:ext cx="548640" cy="548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Behavioral skill profiles shift differently for each archetype</a:t>
            </a:r>
          </a:p>
        </p:txBody>
      </p:sp>
      <p:graphicFrame>
        <p:nvGraphicFramePr>
          <p:cNvPr id="3" name="Table 2"/>
          <p:cNvGraphicFramePr>
            <a:graphicFrameLocks noGrp="1"/>
          </p:cNvGraphicFramePr>
          <p:nvPr/>
        </p:nvGraphicFramePr>
        <p:xfrm>
          <a:off x="343840" y="1150000"/>
          <a:ext cx="11500000" cy="4200000"/>
        </p:xfrm>
        <a:graphic>
          <a:graphicData uri="http://schemas.openxmlformats.org/drawingml/2006/table">
            <a:tbl>
              <a:tblPr firstRow="1" bandRow="1">
                <a:tableStyleId>{5C22544A-7EE6-4342-B048-85BDC9FD1C3A}</a:tableStyleId>
              </a:tblPr>
              <a:tblGrid>
                <a:gridCol w="2200000">
                  <a:extLst>
                    <a:ext uri="{9D8B030D-6E8A-4147-A177-3AD203B41FA5}">
                      <a16:colId xmlns:a16="http://schemas.microsoft.com/office/drawing/2014/main" val="20000"/>
                    </a:ext>
                  </a:extLst>
                </a:gridCol>
                <a:gridCol w="3800000">
                  <a:extLst>
                    <a:ext uri="{9D8B030D-6E8A-4147-A177-3AD203B41FA5}">
                      <a16:colId xmlns:a16="http://schemas.microsoft.com/office/drawing/2014/main" val="20001"/>
                    </a:ext>
                  </a:extLst>
                </a:gridCol>
                <a:gridCol w="5500000">
                  <a:extLst>
                    <a:ext uri="{9D8B030D-6E8A-4147-A177-3AD203B41FA5}">
                      <a16:colId xmlns:a16="http://schemas.microsoft.com/office/drawing/2014/main" val="20002"/>
                    </a:ext>
                  </a:extLst>
                </a:gridCol>
              </a:tblGrid>
              <a:tr h="600000">
                <a:tc>
                  <a:txBody>
                    <a:bodyPr/>
                    <a:lstStyle/>
                    <a:p>
                      <a:r>
                        <a:rPr sz="1500" b="1">
                          <a:solidFill>
                            <a:srgbClr val="FFFFFF"/>
                          </a:solidFill>
                        </a:rPr>
                        <a:t>Archetype</a:t>
                      </a:r>
                    </a:p>
                  </a:txBody>
                  <a:tcPr anchor="ctr">
                    <a:solidFill>
                      <a:srgbClr val="005E9C"/>
                    </a:solidFill>
                  </a:tcPr>
                </a:tc>
                <a:tc>
                  <a:txBody>
                    <a:bodyPr/>
                    <a:lstStyle/>
                    <a:p>
                      <a:r>
                        <a:rPr sz="1500" b="1">
                          <a:solidFill>
                            <a:srgbClr val="FFFFFF"/>
                          </a:solidFill>
                        </a:rPr>
                        <a:t>Before AI</a:t>
                      </a:r>
                    </a:p>
                  </a:txBody>
                  <a:tcPr anchor="ctr">
                    <a:solidFill>
                      <a:srgbClr val="005E9C"/>
                    </a:solidFill>
                  </a:tcPr>
                </a:tc>
                <a:tc>
                  <a:txBody>
                    <a:bodyPr/>
                    <a:lstStyle/>
                    <a:p>
                      <a:r>
                        <a:rPr sz="1500" b="1">
                          <a:solidFill>
                            <a:srgbClr val="FFFFFF"/>
                          </a:solidFill>
                        </a:rPr>
                        <a:t>With AI, gains weight</a:t>
                      </a:r>
                    </a:p>
                  </a:txBody>
                  <a:tcPr anchor="ctr">
                    <a:solidFill>
                      <a:srgbClr val="005E9C"/>
                    </a:solidFill>
                  </a:tcPr>
                </a:tc>
                <a:extLst>
                  <a:ext uri="{0D108BD9-81ED-4DB2-BD59-A6C34878D82A}">
                    <a16:rowId xmlns:a16="http://schemas.microsoft.com/office/drawing/2014/main" val="10000"/>
                  </a:ext>
                </a:extLst>
              </a:tr>
              <a:tr h="1200000">
                <a:tc>
                  <a:txBody>
                    <a:bodyPr/>
                    <a:lstStyle/>
                    <a:p>
                      <a:r>
                        <a:rPr sz="1800" b="1">
                          <a:solidFill>
                            <a:srgbClr val="005E9C"/>
                          </a:solidFill>
                        </a:rPr>
                        <a:t>Guardian</a:t>
                      </a:r>
                    </a:p>
                  </a:txBody>
                  <a:tcPr marL="720000" anchor="ctr">
                    <a:solidFill>
                      <a:srgbClr val="EAF3FA"/>
                    </a:solidFill>
                  </a:tcPr>
                </a:tc>
                <a:tc>
                  <a:txBody>
                    <a:bodyPr/>
                    <a:lstStyle/>
                    <a:p>
                      <a:r>
                        <a:rPr sz="1600">
                          <a:solidFill>
                            <a:srgbClr val="555555"/>
                          </a:solidFill>
                        </a:rPr>
                        <a:t>Adherence; judging fit to a stable framework</a:t>
                      </a:r>
                    </a:p>
                  </a:txBody>
                  <a:tcPr anchor="ctr">
                    <a:solidFill>
                      <a:srgbClr val="EAF3FA"/>
                    </a:solidFill>
                  </a:tcPr>
                </a:tc>
                <a:tc>
                  <a:txBody>
                    <a:bodyPr/>
                    <a:lstStyle/>
                    <a:p>
                      <a:r>
                        <a:rPr sz="1600" b="1">
                          <a:solidFill>
                            <a:srgbClr val="023B64"/>
                          </a:solidFill>
                        </a:rPr>
                        <a:t>Receptiveness to new methods; explaining why a principle matters; tolerance for ambiguity</a:t>
                      </a:r>
                    </a:p>
                  </a:txBody>
                  <a:tcPr anchor="ctr">
                    <a:solidFill>
                      <a:srgbClr val="EAF3FA"/>
                    </a:solidFill>
                  </a:tcPr>
                </a:tc>
                <a:extLst>
                  <a:ext uri="{0D108BD9-81ED-4DB2-BD59-A6C34878D82A}">
                    <a16:rowId xmlns:a16="http://schemas.microsoft.com/office/drawing/2014/main" val="10001"/>
                  </a:ext>
                </a:extLst>
              </a:tr>
              <a:tr h="1200000">
                <a:tc>
                  <a:txBody>
                    <a:bodyPr/>
                    <a:lstStyle/>
                    <a:p>
                      <a:r>
                        <a:rPr sz="1800" b="1">
                          <a:solidFill>
                            <a:srgbClr val="FF9659"/>
                          </a:solidFill>
                        </a:rPr>
                        <a:t>Catcher</a:t>
                      </a:r>
                    </a:p>
                  </a:txBody>
                  <a:tcPr marL="720000" anchor="ctr">
                    <a:solidFill>
                      <a:srgbClr val="FFFFFF"/>
                    </a:solidFill>
                  </a:tcPr>
                </a:tc>
                <a:tc>
                  <a:txBody>
                    <a:bodyPr/>
                    <a:lstStyle/>
                    <a:p>
                      <a:r>
                        <a:rPr sz="1600">
                          <a:solidFill>
                            <a:srgbClr val="555555"/>
                          </a:solidFill>
                        </a:rPr>
                        <a:t>Diligence; thoroughness in checking outputs</a:t>
                      </a:r>
                    </a:p>
                  </a:txBody>
                  <a:tcPr anchor="ctr">
                    <a:solidFill>
                      <a:srgbClr val="FFFFFF"/>
                    </a:solidFill>
                  </a:tcPr>
                </a:tc>
                <a:tc>
                  <a:txBody>
                    <a:bodyPr/>
                    <a:lstStyle/>
                    <a:p>
                      <a:r>
                        <a:rPr sz="1600" b="1">
                          <a:solidFill>
                            <a:srgbClr val="023B64"/>
                          </a:solidFill>
                        </a:rPr>
                        <a:t>Anticipating failure modes; comfort with open-ended problems; calibrated trust in automation</a:t>
                      </a:r>
                    </a:p>
                  </a:txBody>
                  <a:tcPr anchor="ctr">
                    <a:solidFill>
                      <a:srgbClr val="FFFFFF"/>
                    </a:solidFill>
                  </a:tcPr>
                </a:tc>
                <a:extLst>
                  <a:ext uri="{0D108BD9-81ED-4DB2-BD59-A6C34878D82A}">
                    <a16:rowId xmlns:a16="http://schemas.microsoft.com/office/drawing/2014/main" val="10002"/>
                  </a:ext>
                </a:extLst>
              </a:tr>
              <a:tr h="1200000">
                <a:tc>
                  <a:txBody>
                    <a:bodyPr/>
                    <a:lstStyle/>
                    <a:p>
                      <a:r>
                        <a:rPr sz="1800" b="1">
                          <a:solidFill>
                            <a:srgbClr val="2C9ED9"/>
                          </a:solidFill>
                        </a:rPr>
                        <a:t>Architect</a:t>
                      </a:r>
                    </a:p>
                  </a:txBody>
                  <a:tcPr marL="720000" anchor="ctr">
                    <a:solidFill>
                      <a:srgbClr val="EAF3FA"/>
                    </a:solidFill>
                  </a:tcPr>
                </a:tc>
                <a:tc>
                  <a:txBody>
                    <a:bodyPr/>
                    <a:lstStyle/>
                    <a:p>
                      <a:r>
                        <a:rPr sz="1600">
                          <a:solidFill>
                            <a:srgbClr val="555555"/>
                          </a:solidFill>
                        </a:rPr>
                        <a:t>Creativity; persistence in building</a:t>
                      </a:r>
                    </a:p>
                  </a:txBody>
                  <a:tcPr anchor="ctr">
                    <a:solidFill>
                      <a:srgbClr val="EAF3FA"/>
                    </a:solidFill>
                  </a:tcPr>
                </a:tc>
                <a:tc>
                  <a:txBody>
                    <a:bodyPr/>
                    <a:lstStyle/>
                    <a:p>
                      <a:r>
                        <a:rPr sz="1600" b="1">
                          <a:solidFill>
                            <a:srgbClr val="023B64"/>
                          </a:solidFill>
                        </a:rPr>
                        <a:t>Self-skepticism; verification discipline; owning results one did not produce by hand</a:t>
                      </a:r>
                    </a:p>
                  </a:txBody>
                  <a:tcPr anchor="ctr">
                    <a:solidFill>
                      <a:srgbClr val="EAF3FA"/>
                    </a:solidFill>
                  </a:tcPr>
                </a:tc>
                <a:extLst>
                  <a:ext uri="{0D108BD9-81ED-4DB2-BD59-A6C34878D82A}">
                    <a16:rowId xmlns:a16="http://schemas.microsoft.com/office/drawing/2014/main" val="10003"/>
                  </a:ext>
                </a:extLst>
              </a:tr>
            </a:tbl>
          </a:graphicData>
        </a:graphic>
      </p:graphicFrame>
      <p:pic>
        <p:nvPicPr>
          <p:cNvPr id="4" name="Picture 3" descr="icon_guardian.png"/>
          <p:cNvPicPr>
            <a:picLocks noChangeAspect="1"/>
          </p:cNvPicPr>
          <p:nvPr/>
        </p:nvPicPr>
        <p:blipFill>
          <a:blip r:embed="rId3"/>
          <a:stretch>
            <a:fillRect/>
          </a:stretch>
        </p:blipFill>
        <p:spPr>
          <a:xfrm>
            <a:off x="483840" y="2121400"/>
            <a:ext cx="457200" cy="457200"/>
          </a:xfrm>
          <a:prstGeom prst="rect">
            <a:avLst/>
          </a:prstGeom>
        </p:spPr>
      </p:pic>
      <p:pic>
        <p:nvPicPr>
          <p:cNvPr id="5" name="Picture 4" descr="icon_catcher.png"/>
          <p:cNvPicPr>
            <a:picLocks noChangeAspect="1"/>
          </p:cNvPicPr>
          <p:nvPr/>
        </p:nvPicPr>
        <p:blipFill>
          <a:blip r:embed="rId4"/>
          <a:stretch>
            <a:fillRect/>
          </a:stretch>
        </p:blipFill>
        <p:spPr>
          <a:xfrm>
            <a:off x="483840" y="3321400"/>
            <a:ext cx="457200" cy="457200"/>
          </a:xfrm>
          <a:prstGeom prst="rect">
            <a:avLst/>
          </a:prstGeom>
        </p:spPr>
      </p:pic>
      <p:pic>
        <p:nvPicPr>
          <p:cNvPr id="6" name="Picture 5" descr="icon_architect.png"/>
          <p:cNvPicPr>
            <a:picLocks noChangeAspect="1"/>
          </p:cNvPicPr>
          <p:nvPr/>
        </p:nvPicPr>
        <p:blipFill>
          <a:blip r:embed="rId5"/>
          <a:stretch>
            <a:fillRect/>
          </a:stretch>
        </p:blipFill>
        <p:spPr>
          <a:xfrm>
            <a:off x="483840" y="4521400"/>
            <a:ext cx="457200" cy="457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pPr algn="l">
              <a:spcBef>
                <a:spcPts val="1000"/>
              </a:spcBef>
            </a:pPr>
            <a:r>
              <a:rPr sz="1700"/>
              <a:t>Behavior observed across time and contexts</a:t>
            </a:r>
          </a:p>
          <a:p>
            <a:pPr algn="l">
              <a:spcBef>
                <a:spcPts val="1000"/>
              </a:spcBef>
            </a:pPr>
            <a:r>
              <a:rPr sz="1700"/>
              <a:t>Many observations, each with limited precision</a:t>
            </a:r>
          </a:p>
          <a:p>
            <a:pPr algn="l">
              <a:spcBef>
                <a:spcPts val="1000"/>
              </a:spcBef>
            </a:pPr>
            <a:r>
              <a:rPr sz="1700" b="1"/>
              <a:t>Calls for dynamic measurement models</a:t>
            </a:r>
          </a:p>
        </p:txBody>
      </p:sp>
      <p:sp>
        <p:nvSpPr>
          <p:cNvPr id="3" name="Text Placeholder 2"/>
          <p:cNvSpPr>
            <a:spLocks noGrp="1"/>
          </p:cNvSpPr>
          <p:nvPr>
            <p:ph type="body" idx="2"/>
          </p:nvPr>
        </p:nvSpPr>
        <p:spPr/>
        <p:txBody>
          <a:bodyPr/>
          <a:lstStyle/>
          <a:p>
            <a:pPr marL="0" indent="0">
              <a:buNone/>
            </a:pPr>
            <a:r>
              <a:rPr sz="2000" b="1">
                <a:solidFill>
                  <a:srgbClr val="005E9C"/>
                </a:solidFill>
              </a:rPr>
              <a:t>What test theory assumed</a:t>
            </a:r>
          </a:p>
          <a:p>
            <a:pPr>
              <a:spcBef>
                <a:spcPts val="1200"/>
              </a:spcBef>
            </a:pPr>
            <a:r>
              <a:rPr sz="1700"/>
              <a:t>We cannot observe a person all the time, across all situations</a:t>
            </a:r>
          </a:p>
          <a:p>
            <a:pPr>
              <a:spcBef>
                <a:spcPts val="800"/>
              </a:spcBef>
            </a:pPr>
            <a:r>
              <a:rPr sz="1700"/>
              <a:t>So we sample behavior under standardized conditions</a:t>
            </a:r>
          </a:p>
          <a:p>
            <a:pPr>
              <a:spcBef>
                <a:spcPts val="800"/>
              </a:spcBef>
            </a:pPr>
            <a:r>
              <a:rPr sz="1700"/>
              <a:t>And infer a trait that predicts behavior across situations</a:t>
            </a:r>
          </a:p>
          <a:p>
            <a:pPr marL="0" indent="0">
              <a:spcBef>
                <a:spcPts val="2800"/>
              </a:spcBef>
              <a:buNone/>
            </a:pPr>
            <a:r>
              <a:rPr sz="1700" b="1">
                <a:solidFill>
                  <a:srgbClr val="023B64"/>
                </a:solidFill>
              </a:rPr>
              <a:t>AI questions an assumption on which the framework itself was built.</a:t>
            </a:r>
          </a:p>
        </p:txBody>
      </p:sp>
      <p:sp>
        <p:nvSpPr>
          <p:cNvPr id="4" name="Title 3"/>
          <p:cNvSpPr>
            <a:spLocks noGrp="1"/>
          </p:cNvSpPr>
          <p:nvPr>
            <p:ph type="title"/>
          </p:nvPr>
        </p:nvSpPr>
        <p:spPr/>
        <p:txBody>
          <a:bodyPr/>
          <a:lstStyle/>
          <a:p>
            <a:r>
              <a:t>A deeper challenge for the Guardian</a:t>
            </a:r>
          </a:p>
        </p:txBody>
      </p:sp>
      <p:sp>
        <p:nvSpPr>
          <p:cNvPr id="5" name="Text Placeholder 4"/>
          <p:cNvSpPr>
            <a:spLocks noGrp="1"/>
          </p:cNvSpPr>
          <p:nvPr>
            <p:ph type="body" idx="3"/>
          </p:nvPr>
        </p:nvSpPr>
        <p:spPr/>
        <p:txBody>
          <a:bodyPr/>
          <a:lstStyle/>
          <a:p>
            <a:pPr marL="0" indent="0">
              <a:buNone/>
            </a:pPr>
            <a:r>
              <a:rPr sz="2200" b="1"/>
              <a:t>What AI makes possible</a:t>
            </a:r>
          </a:p>
        </p:txBody>
      </p:sp>
      <p:pic>
        <p:nvPicPr>
          <p:cNvPr id="6" name="Picture 5" descr="icon_guardian.png"/>
          <p:cNvPicPr>
            <a:picLocks noChangeAspect="1"/>
          </p:cNvPicPr>
          <p:nvPr/>
        </p:nvPicPr>
        <p:blipFill>
          <a:blip r:embed="rId3"/>
          <a:stretch>
            <a:fillRect/>
          </a:stretch>
        </p:blipFill>
        <p:spPr>
          <a:xfrm>
            <a:off x="5409248" y="230000"/>
            <a:ext cx="548640" cy="548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The unresolved problem</a:t>
            </a:r>
          </a:p>
        </p:txBody>
      </p:sp>
      <p:sp>
        <p:nvSpPr>
          <p:cNvPr id="3" name="Subtitle 2"/>
          <p:cNvSpPr>
            <a:spLocks noGrp="1"/>
          </p:cNvSpPr>
          <p:nvPr>
            <p:ph type="subTitle" idx="1"/>
          </p:nvPr>
        </p:nvSpPr>
        <p:spPr/>
        <p:txBody>
          <a:bodyPr/>
          <a:lstStyle/>
          <a:p>
            <a:pPr marL="0" indent="0">
              <a:spcBef>
                <a:spcPts val="1000"/>
              </a:spcBef>
            </a:pPr>
            <a:r>
              <a:rPr sz="2000"/>
              <a:t>Developing behavioral skills may require a different approach than training cognitive skills.</a:t>
            </a:r>
          </a:p>
          <a:p>
            <a:pPr marL="0" indent="0">
              <a:spcBef>
                <a:spcPts val="1000"/>
              </a:spcBef>
            </a:pPr>
            <a:r>
              <a:rPr sz="2400" b="1"/>
              <a:t>What should professional development look like when the goal is new ways of working, not new knowledge?</a:t>
            </a:r>
          </a:p>
        </p:txBody>
      </p:sp>
    </p:spTree>
  </p:cSld>
  <p:clrMapOvr>
    <a:masterClrMapping/>
  </p:clrMapOvr>
</p:sld>
</file>

<file path=ppt/theme/theme1.xml><?xml version="1.0" encoding="utf-8"?>
<a:theme xmlns:a="http://schemas.openxmlformats.org/drawingml/2006/main" name="1_Custom Design">
  <a:themeElements>
    <a:clrScheme name="Custom 14">
      <a:dk1>
        <a:srgbClr val="023B64"/>
      </a:dk1>
      <a:lt1>
        <a:srgbClr val="FFFFFF"/>
      </a:lt1>
      <a:dk2>
        <a:srgbClr val="005E9C"/>
      </a:dk2>
      <a:lt2>
        <a:srgbClr val="000000"/>
      </a:lt2>
      <a:accent1>
        <a:srgbClr val="2C9ED9"/>
      </a:accent1>
      <a:accent2>
        <a:srgbClr val="FEAD77"/>
      </a:accent2>
      <a:accent3>
        <a:srgbClr val="005E9C"/>
      </a:accent3>
      <a:accent4>
        <a:srgbClr val="023B64"/>
      </a:accent4>
      <a:accent5>
        <a:srgbClr val="FF9659"/>
      </a:accent5>
      <a:accent6>
        <a:srgbClr val="666666"/>
      </a:accent6>
      <a:hlink>
        <a:srgbClr val="2C9ED9"/>
      </a:hlink>
      <a:folHlink>
        <a:srgbClr val="005E9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AIR 2017 Board Revised Colors">
      <a:dk1>
        <a:srgbClr val="595959"/>
      </a:dk1>
      <a:lt1>
        <a:srgbClr val="FFFFFF"/>
      </a:lt1>
      <a:dk2>
        <a:srgbClr val="319EFF"/>
      </a:dk2>
      <a:lt2>
        <a:srgbClr val="EAEAEA"/>
      </a:lt2>
      <a:accent1>
        <a:srgbClr val="003462"/>
      </a:accent1>
      <a:accent2>
        <a:srgbClr val="319EFF"/>
      </a:accent2>
      <a:accent3>
        <a:srgbClr val="00A791"/>
      </a:accent3>
      <a:accent4>
        <a:srgbClr val="F16114"/>
      </a:accent4>
      <a:accent5>
        <a:srgbClr val="EFB219"/>
      </a:accent5>
      <a:accent6>
        <a:srgbClr val="62CDFF"/>
      </a:accent6>
      <a:hlink>
        <a:srgbClr val="1707FC"/>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509bb729-2cda-4423-b908-bf0eec8e8a06}" enabled="1" method="Standard" siteId="{5769b52a-7b03-4c0d-8f28-8b086606617a}" contentBits="0" removed="0"/>
</clbl:labelList>
</file>

<file path=docProps/app.xml><?xml version="1.0" encoding="utf-8"?>
<Properties xmlns="http://schemas.openxmlformats.org/officeDocument/2006/extended-properties" xmlns:vt="http://schemas.openxmlformats.org/officeDocument/2006/docPropsVTypes">
  <TotalTime>151</TotalTime>
  <Words>860</Words>
  <Application>Microsoft Office PowerPoint</Application>
  <PresentationFormat>Widescreen</PresentationFormat>
  <Paragraphs>50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1_Custom Design</vt:lpstr>
      <vt:lpstr>GUARDIAN, CATCHER, ARCHITECT: HOW AI RESHAPES THE ROLES OF THE PSYCHOMETRICIAN</vt:lpstr>
      <vt:lpstr>AI changes not only what psychometricians need to know, but what behavioral skills are required</vt:lpstr>
      <vt:lpstr>Behavioral skill profiles shift differently for each archetype</vt:lpstr>
      <vt:lpstr>A deeper challenge for the Guardian</vt:lpstr>
      <vt:lpstr>The unresolved problem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Suhwa Han</dc:creator>
  <cp:lastModifiedBy>Frank Rijmen</cp:lastModifiedBy>
  <cp:revision>16</cp:revision>
  <dcterms:created xsi:type="dcterms:W3CDTF">2025-10-22T13:34:23Z</dcterms:created>
  <dcterms:modified xsi:type="dcterms:W3CDTF">2026-09-25T20:01:34Z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46BC8F04-E8A0-47CE-8193-E8D25189A0F6</vt:lpwstr>
  </property>
  <property fmtid="{D5CDD505-2E9C-101B-9397-08002B2CF9AE}" pid="3" name="ArticulatePath">
    <vt:lpwstr>https://cambiumlearning-my.sharepoint.com/personal/selina_tolosa_cambiumassessment_com/Documents/Desktop/Proposals/MD-2025/Maryland RFP Presentation_CAI</vt:lpwstr>
  </property>
</Properties>
</file>